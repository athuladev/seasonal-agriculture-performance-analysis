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68">
          <p15:clr>
            <a:srgbClr val="A4A3A4"/>
          </p15:clr>
        </p15:guide>
        <p15:guide id="2" pos="408">
          <p15:clr>
            <a:srgbClr val="A4A3A4"/>
          </p15:clr>
        </p15:guide>
        <p15:guide id="3" orient="horz" pos="3912">
          <p15:clr>
            <a:srgbClr val="A4A3A4"/>
          </p15:clr>
        </p15:guide>
        <p15:guide id="4" pos="7272">
          <p15:clr>
            <a:srgbClr val="A4A3A4"/>
          </p15:clr>
        </p15:guide>
        <p15:guide id="5" orient="horz" pos="1656">
          <p15:clr>
            <a:srgbClr val="A4A3A4"/>
          </p15:clr>
        </p15:guide>
      </p15:sldGuideLst>
    </p:ext>
    <p:ext uri="GoogleSlidesCustomDataVersion2">
      <go:slidesCustomData xmlns:go="http://customooxmlschemas.google.com/" r:id="rId20" roundtripDataSignature="AMtx7mi83LZVpXoiaiBjZ7Ej8fH6agP3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68" orient="horz"/>
        <p:guide pos="408"/>
        <p:guide pos="3912" orient="horz"/>
        <p:guide pos="7272"/>
        <p:guide pos="1656" orient="horz"/>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29" name="Shape 29"/>
        <p:cNvGrpSpPr/>
        <p:nvPr/>
      </p:nvGrpSpPr>
      <p:grpSpPr>
        <a:xfrm>
          <a:off x="0" y="0"/>
          <a:ext cx="0" cy="0"/>
          <a:chOff x="0" y="0"/>
          <a:chExt cx="0" cy="0"/>
        </a:xfrm>
      </p:grpSpPr>
      <p:sp>
        <p:nvSpPr>
          <p:cNvPr id="30" name="Google Shape;30;p16"/>
          <p:cNvSpPr txBox="1"/>
          <p:nvPr>
            <p:ph idx="1" type="body"/>
          </p:nvPr>
        </p:nvSpPr>
        <p:spPr>
          <a:xfrm>
            <a:off x="6312871" y="4141999"/>
            <a:ext cx="4220845" cy="861497"/>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228600" lvl="1" marL="914400" algn="l">
              <a:spcBef>
                <a:spcPts val="1000"/>
              </a:spcBef>
              <a:spcAft>
                <a:spcPts val="0"/>
              </a:spcAft>
              <a:buSzPts val="1600"/>
              <a:buNone/>
              <a:defRPr sz="2000"/>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1" name="Google Shape;31;p16"/>
          <p:cNvSpPr/>
          <p:nvPr/>
        </p:nvSpPr>
        <p:spPr>
          <a:xfrm>
            <a:off x="740309" y="1382809"/>
            <a:ext cx="1229566" cy="1059971"/>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2" name="Google Shape;32;p16"/>
          <p:cNvSpPr/>
          <p:nvPr/>
        </p:nvSpPr>
        <p:spPr>
          <a:xfrm>
            <a:off x="3755031" y="1194620"/>
            <a:ext cx="1666162" cy="1436347"/>
          </a:xfrm>
          <a:prstGeom prst="hexagon">
            <a:avLst>
              <a:gd fmla="val 25000" name="adj"/>
              <a:gd fmla="val 115470" name="vf"/>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3" name="Google Shape;33;p16"/>
          <p:cNvSpPr/>
          <p:nvPr/>
        </p:nvSpPr>
        <p:spPr>
          <a:xfrm>
            <a:off x="3804994" y="5233183"/>
            <a:ext cx="718261" cy="619191"/>
          </a:xfrm>
          <a:prstGeom prst="hexagon">
            <a:avLst>
              <a:gd fmla="val 25000" name="adj"/>
              <a:gd fmla="val 115470" name="vf"/>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4" name="Google Shape;34;p16"/>
          <p:cNvSpPr/>
          <p:nvPr/>
        </p:nvSpPr>
        <p:spPr>
          <a:xfrm>
            <a:off x="1837838" y="1101306"/>
            <a:ext cx="651613" cy="561736"/>
          </a:xfrm>
          <a:prstGeom prst="hexagon">
            <a:avLst>
              <a:gd fmla="val 25000" name="adj"/>
              <a:gd fmla="val 115470" name="vf"/>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5" name="Google Shape;35;p16"/>
          <p:cNvSpPr/>
          <p:nvPr>
            <p:ph idx="2" type="pic"/>
          </p:nvPr>
        </p:nvSpPr>
        <p:spPr>
          <a:xfrm>
            <a:off x="1571515" y="1914044"/>
            <a:ext cx="3993624" cy="3617848"/>
          </a:xfrm>
          <a:prstGeom prst="rect">
            <a:avLst/>
          </a:prstGeom>
          <a:noFill/>
          <a:ln>
            <a:noFill/>
          </a:ln>
        </p:spPr>
      </p:sp>
      <p:sp>
        <p:nvSpPr>
          <p:cNvPr id="36" name="Google Shape;36;p16"/>
          <p:cNvSpPr txBox="1"/>
          <p:nvPr>
            <p:ph type="title"/>
          </p:nvPr>
        </p:nvSpPr>
        <p:spPr>
          <a:xfrm>
            <a:off x="6312871" y="2050552"/>
            <a:ext cx="4998720" cy="1748983"/>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2800"/>
              <a:buFont typeface="Trebuchet MS"/>
              <a:buNone/>
              <a:defRPr sz="2800">
                <a:solidFill>
                  <a:schemeClr val="dk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12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7" name="Shape 37"/>
        <p:cNvGrpSpPr/>
        <p:nvPr/>
      </p:nvGrpSpPr>
      <p:grpSpPr>
        <a:xfrm>
          <a:off x="0" y="0"/>
          <a:ext cx="0" cy="0"/>
          <a:chOff x="0" y="0"/>
          <a:chExt cx="0" cy="0"/>
        </a:xfrm>
      </p:grpSpPr>
      <p:sp>
        <p:nvSpPr>
          <p:cNvPr id="38" name="Google Shape;38;p17"/>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spcBef>
                <a:spcPts val="1000"/>
              </a:spcBef>
              <a:spcAft>
                <a:spcPts val="0"/>
              </a:spcAft>
              <a:buClr>
                <a:schemeClr val="accent4"/>
              </a:buClr>
              <a:buSzPts val="1600"/>
              <a:buFont typeface="Noto Sans Symbols"/>
              <a:buChar char="▪"/>
              <a:defRPr sz="2000"/>
            </a:lvl1pPr>
            <a:lvl2pPr indent="-320040" lvl="1" marL="914400" algn="l">
              <a:spcBef>
                <a:spcPts val="1000"/>
              </a:spcBef>
              <a:spcAft>
                <a:spcPts val="0"/>
              </a:spcAft>
              <a:buClr>
                <a:schemeClr val="accent4"/>
              </a:buClr>
              <a:buSzPts val="1440"/>
              <a:buFont typeface="Noto Sans Symbols"/>
              <a:buChar char="▪"/>
              <a:defRPr sz="1800"/>
            </a:lvl2pPr>
            <a:lvl3pPr indent="-309880" lvl="2" marL="1371600" algn="l">
              <a:spcBef>
                <a:spcPts val="1000"/>
              </a:spcBef>
              <a:spcAft>
                <a:spcPts val="0"/>
              </a:spcAft>
              <a:buClr>
                <a:schemeClr val="accent4"/>
              </a:buClr>
              <a:buSzPts val="1280"/>
              <a:buFont typeface="Noto Sans Symbols"/>
              <a:buChar char="▪"/>
              <a:defRPr sz="1600"/>
            </a:lvl3pPr>
            <a:lvl4pPr indent="-309880" lvl="3" marL="1828800" algn="l">
              <a:spcBef>
                <a:spcPts val="1000"/>
              </a:spcBef>
              <a:spcAft>
                <a:spcPts val="0"/>
              </a:spcAft>
              <a:buClr>
                <a:schemeClr val="accent4"/>
              </a:buClr>
              <a:buSzPts val="1280"/>
              <a:buFont typeface="Noto Sans Symbols"/>
              <a:buChar char="▪"/>
              <a:defRPr sz="1600"/>
            </a:lvl4pPr>
            <a:lvl5pPr indent="-309880" lvl="4" marL="2286000" algn="l">
              <a:spcBef>
                <a:spcPts val="1000"/>
              </a:spcBef>
              <a:spcAft>
                <a:spcPts val="0"/>
              </a:spcAft>
              <a:buClr>
                <a:schemeClr val="accent4"/>
              </a:buClr>
              <a:buSzPts val="1280"/>
              <a:buFont typeface="Noto Sans Symbols"/>
              <a:buChar char="▪"/>
              <a:defRPr sz="1600"/>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9" name="Google Shape;39;p17"/>
          <p:cNvSpPr/>
          <p:nvPr/>
        </p:nvSpPr>
        <p:spPr>
          <a:xfrm>
            <a:off x="9354457" y="5363987"/>
            <a:ext cx="457200" cy="4572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0" name="Google Shape;40;p17"/>
          <p:cNvSpPr/>
          <p:nvPr/>
        </p:nvSpPr>
        <p:spPr>
          <a:xfrm>
            <a:off x="6692791" y="1699889"/>
            <a:ext cx="319749" cy="31974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1" name="Google Shape;41;p17"/>
          <p:cNvSpPr/>
          <p:nvPr/>
        </p:nvSpPr>
        <p:spPr>
          <a:xfrm>
            <a:off x="9354457" y="5897738"/>
            <a:ext cx="179977" cy="17997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2" name="Google Shape;42;p17"/>
          <p:cNvSpPr/>
          <p:nvPr>
            <p:ph idx="2" type="pic"/>
          </p:nvPr>
        </p:nvSpPr>
        <p:spPr>
          <a:xfrm>
            <a:off x="7090227" y="786181"/>
            <a:ext cx="4441372" cy="5393036"/>
          </a:xfrm>
          <a:prstGeom prst="rect">
            <a:avLst/>
          </a:prstGeom>
          <a:noFill/>
          <a:ln>
            <a:noFill/>
          </a:ln>
        </p:spPr>
      </p:sp>
      <p:sp>
        <p:nvSpPr>
          <p:cNvPr id="43" name="Google Shape;43;p17"/>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44" name="Shape 44"/>
        <p:cNvGrpSpPr/>
        <p:nvPr/>
      </p:nvGrpSpPr>
      <p:grpSpPr>
        <a:xfrm>
          <a:off x="0" y="0"/>
          <a:ext cx="0" cy="0"/>
          <a:chOff x="0" y="0"/>
          <a:chExt cx="0" cy="0"/>
        </a:xfrm>
      </p:grpSpPr>
      <p:sp>
        <p:nvSpPr>
          <p:cNvPr id="45" name="Google Shape;45;p18"/>
          <p:cNvSpPr/>
          <p:nvPr/>
        </p:nvSpPr>
        <p:spPr>
          <a:xfrm>
            <a:off x="7362825" y="443263"/>
            <a:ext cx="361950" cy="361950"/>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6" name="Google Shape;46;p18"/>
          <p:cNvSpPr/>
          <p:nvPr/>
        </p:nvSpPr>
        <p:spPr>
          <a:xfrm>
            <a:off x="11007246" y="5605994"/>
            <a:ext cx="654227" cy="65422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7" name="Google Shape;47;p18"/>
          <p:cNvSpPr/>
          <p:nvPr/>
        </p:nvSpPr>
        <p:spPr>
          <a:xfrm>
            <a:off x="10683791" y="6132439"/>
            <a:ext cx="251152" cy="251152"/>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8" name="Google Shape;48;p18"/>
          <p:cNvSpPr/>
          <p:nvPr>
            <p:ph idx="2" type="pic"/>
          </p:nvPr>
        </p:nvSpPr>
        <p:spPr>
          <a:xfrm>
            <a:off x="5733416" y="624239"/>
            <a:ext cx="5855754" cy="5631571"/>
          </a:xfrm>
          <a:prstGeom prst="rect">
            <a:avLst/>
          </a:prstGeom>
          <a:noFill/>
          <a:ln>
            <a:noFill/>
          </a:ln>
        </p:spPr>
      </p:sp>
      <p:sp>
        <p:nvSpPr>
          <p:cNvPr id="49" name="Google Shape;49;p18"/>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lnSpc>
                <a:spcPct val="150000"/>
              </a:lnSpc>
              <a:spcBef>
                <a:spcPts val="1000"/>
              </a:spcBef>
              <a:spcAft>
                <a:spcPts val="0"/>
              </a:spcAft>
              <a:buClr>
                <a:schemeClr val="accent4"/>
              </a:buClr>
              <a:buSzPts val="1600"/>
              <a:buFont typeface="Noto Sans Symbols"/>
              <a:buChar char="▪"/>
              <a:defRPr sz="2000"/>
            </a:lvl1pPr>
            <a:lvl2pPr indent="-330200" lvl="1" marL="914400" algn="l">
              <a:spcBef>
                <a:spcPts val="1000"/>
              </a:spcBef>
              <a:spcAft>
                <a:spcPts val="0"/>
              </a:spcAft>
              <a:buClr>
                <a:schemeClr val="accent4"/>
              </a:buClr>
              <a:buSzPts val="1600"/>
              <a:buFont typeface="Noto Sans Symbols"/>
              <a:buChar char="▪"/>
              <a:defRPr sz="2000"/>
            </a:lvl2pPr>
            <a:lvl3pPr indent="-320040" lvl="2" marL="1371600" algn="l">
              <a:spcBef>
                <a:spcPts val="1000"/>
              </a:spcBef>
              <a:spcAft>
                <a:spcPts val="0"/>
              </a:spcAft>
              <a:buClr>
                <a:schemeClr val="accent4"/>
              </a:buClr>
              <a:buSzPts val="1440"/>
              <a:buFont typeface="Noto Sans Symbols"/>
              <a:buChar char="▪"/>
              <a:defRPr sz="1800"/>
            </a:lvl3pPr>
            <a:lvl4pPr indent="-320040" lvl="3" marL="1828800" algn="l">
              <a:spcBef>
                <a:spcPts val="1000"/>
              </a:spcBef>
              <a:spcAft>
                <a:spcPts val="0"/>
              </a:spcAft>
              <a:buClr>
                <a:schemeClr val="accent4"/>
              </a:buClr>
              <a:buSzPts val="1440"/>
              <a:buFont typeface="Noto Sans Symbols"/>
              <a:buChar char="▪"/>
              <a:defRPr sz="1800"/>
            </a:lvl4pPr>
            <a:lvl5pPr indent="-320040" lvl="4" marL="2286000" algn="l">
              <a:spcBef>
                <a:spcPts val="1000"/>
              </a:spcBef>
              <a:spcAft>
                <a:spcPts val="0"/>
              </a:spcAft>
              <a:buClr>
                <a:schemeClr val="accent4"/>
              </a:buClr>
              <a:buSzPts val="1440"/>
              <a:buFont typeface="Noto Sans Symbols"/>
              <a:buChar char="▪"/>
              <a:defRPr sz="1800"/>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0" name="Google Shape;50;p18"/>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51" name="Shape 51"/>
        <p:cNvGrpSpPr/>
        <p:nvPr/>
      </p:nvGrpSpPr>
      <p:grpSpPr>
        <a:xfrm>
          <a:off x="0" y="0"/>
          <a:ext cx="0" cy="0"/>
          <a:chOff x="0" y="0"/>
          <a:chExt cx="0" cy="0"/>
        </a:xfrm>
      </p:grpSpPr>
      <p:sp>
        <p:nvSpPr>
          <p:cNvPr id="52" name="Google Shape;52;p19"/>
          <p:cNvSpPr/>
          <p:nvPr>
            <p:ph idx="2" type="pic"/>
          </p:nvPr>
        </p:nvSpPr>
        <p:spPr>
          <a:xfrm>
            <a:off x="5353508" y="2555551"/>
            <a:ext cx="1484985" cy="1280160"/>
          </a:xfrm>
          <a:prstGeom prst="rect">
            <a:avLst/>
          </a:prstGeom>
          <a:noFill/>
          <a:ln>
            <a:noFill/>
          </a:ln>
        </p:spPr>
      </p:sp>
      <p:sp>
        <p:nvSpPr>
          <p:cNvPr id="53" name="Google Shape;53;p19"/>
          <p:cNvSpPr/>
          <p:nvPr>
            <p:ph idx="3" type="pic"/>
          </p:nvPr>
        </p:nvSpPr>
        <p:spPr>
          <a:xfrm>
            <a:off x="3115921" y="2555551"/>
            <a:ext cx="1484985" cy="1280160"/>
          </a:xfrm>
          <a:prstGeom prst="rect">
            <a:avLst/>
          </a:prstGeom>
          <a:noFill/>
          <a:ln>
            <a:noFill/>
          </a:ln>
        </p:spPr>
      </p:sp>
      <p:sp>
        <p:nvSpPr>
          <p:cNvPr id="54" name="Google Shape;54;p19"/>
          <p:cNvSpPr/>
          <p:nvPr>
            <p:ph idx="4" type="pic"/>
          </p:nvPr>
        </p:nvSpPr>
        <p:spPr>
          <a:xfrm>
            <a:off x="7602465" y="2555551"/>
            <a:ext cx="1484985" cy="1280160"/>
          </a:xfrm>
          <a:prstGeom prst="rect">
            <a:avLst/>
          </a:prstGeom>
          <a:noFill/>
          <a:ln>
            <a:noFill/>
          </a:ln>
        </p:spPr>
      </p:sp>
      <p:sp>
        <p:nvSpPr>
          <p:cNvPr id="55" name="Google Shape;55;p19"/>
          <p:cNvSpPr/>
          <p:nvPr>
            <p:ph idx="5" type="pic"/>
          </p:nvPr>
        </p:nvSpPr>
        <p:spPr>
          <a:xfrm>
            <a:off x="9840051" y="2555551"/>
            <a:ext cx="1484985" cy="1280160"/>
          </a:xfrm>
          <a:prstGeom prst="rect">
            <a:avLst/>
          </a:prstGeom>
          <a:noFill/>
          <a:ln>
            <a:noFill/>
          </a:ln>
        </p:spPr>
      </p:sp>
      <p:sp>
        <p:nvSpPr>
          <p:cNvPr id="56" name="Google Shape;56;p19"/>
          <p:cNvSpPr txBox="1"/>
          <p:nvPr>
            <p:ph type="title"/>
          </p:nvPr>
        </p:nvSpPr>
        <p:spPr>
          <a:xfrm>
            <a:off x="432000" y="647700"/>
            <a:ext cx="11340000" cy="700114"/>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9"/>
          <p:cNvSpPr/>
          <p:nvPr/>
        </p:nvSpPr>
        <p:spPr>
          <a:xfrm>
            <a:off x="546669" y="3467555"/>
            <a:ext cx="458268" cy="395059"/>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58" name="Google Shape;58;p19"/>
          <p:cNvSpPr/>
          <p:nvPr/>
        </p:nvSpPr>
        <p:spPr>
          <a:xfrm>
            <a:off x="11113337" y="2394722"/>
            <a:ext cx="358391" cy="308958"/>
          </a:xfrm>
          <a:prstGeom prst="hexagon">
            <a:avLst>
              <a:gd fmla="val 25000" name="adj"/>
              <a:gd fmla="val 115470" name="vf"/>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59" name="Google Shape;59;p19"/>
          <p:cNvSpPr/>
          <p:nvPr/>
        </p:nvSpPr>
        <p:spPr>
          <a:xfrm>
            <a:off x="10882649" y="2202202"/>
            <a:ext cx="230688" cy="198869"/>
          </a:xfrm>
          <a:prstGeom prst="hexagon">
            <a:avLst>
              <a:gd fmla="val 25000" name="adj"/>
              <a:gd fmla="val 115470" name="vf"/>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60" name="Google Shape;60;p19"/>
          <p:cNvSpPr txBox="1"/>
          <p:nvPr>
            <p:ph idx="1" type="body"/>
          </p:nvPr>
        </p:nvSpPr>
        <p:spPr>
          <a:xfrm>
            <a:off x="546668"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1" name="Google Shape;61;p19"/>
          <p:cNvSpPr txBox="1"/>
          <p:nvPr>
            <p:ph idx="6" type="body"/>
          </p:nvPr>
        </p:nvSpPr>
        <p:spPr>
          <a:xfrm>
            <a:off x="556692"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2" name="Google Shape;62;p19"/>
          <p:cNvSpPr txBox="1"/>
          <p:nvPr>
            <p:ph idx="7" type="body"/>
          </p:nvPr>
        </p:nvSpPr>
        <p:spPr>
          <a:xfrm>
            <a:off x="2789482"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3" name="Google Shape;63;p19"/>
          <p:cNvSpPr txBox="1"/>
          <p:nvPr>
            <p:ph idx="8" type="body"/>
          </p:nvPr>
        </p:nvSpPr>
        <p:spPr>
          <a:xfrm>
            <a:off x="278948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4" name="Google Shape;64;p19"/>
          <p:cNvSpPr txBox="1"/>
          <p:nvPr>
            <p:ph idx="9" type="body"/>
          </p:nvPr>
        </p:nvSpPr>
        <p:spPr>
          <a:xfrm>
            <a:off x="5032296"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5" name="Google Shape;65;p19"/>
          <p:cNvSpPr txBox="1"/>
          <p:nvPr>
            <p:ph idx="13" type="body"/>
          </p:nvPr>
        </p:nvSpPr>
        <p:spPr>
          <a:xfrm>
            <a:off x="502920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6" name="Google Shape;66;p19"/>
          <p:cNvSpPr txBox="1"/>
          <p:nvPr>
            <p:ph idx="14" type="body"/>
          </p:nvPr>
        </p:nvSpPr>
        <p:spPr>
          <a:xfrm>
            <a:off x="7275110"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7" name="Google Shape;67;p19"/>
          <p:cNvSpPr txBox="1"/>
          <p:nvPr>
            <p:ph idx="15" type="body"/>
          </p:nvPr>
        </p:nvSpPr>
        <p:spPr>
          <a:xfrm>
            <a:off x="727511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8" name="Google Shape;68;p19"/>
          <p:cNvSpPr txBox="1"/>
          <p:nvPr>
            <p:ph idx="16" type="body"/>
          </p:nvPr>
        </p:nvSpPr>
        <p:spPr>
          <a:xfrm>
            <a:off x="9517923"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9" name="Google Shape;69;p19"/>
          <p:cNvSpPr txBox="1"/>
          <p:nvPr>
            <p:ph idx="17" type="body"/>
          </p:nvPr>
        </p:nvSpPr>
        <p:spPr>
          <a:xfrm>
            <a:off x="951792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0" name="Google Shape;70;p19"/>
          <p:cNvSpPr/>
          <p:nvPr>
            <p:ph idx="18" type="pic"/>
          </p:nvPr>
        </p:nvSpPr>
        <p:spPr>
          <a:xfrm>
            <a:off x="878337" y="2555551"/>
            <a:ext cx="1484985" cy="1280160"/>
          </a:xfrm>
          <a:prstGeom prst="rect">
            <a:avLst/>
          </a:prstGeom>
          <a:noFill/>
          <a:ln>
            <a:noFill/>
          </a:ln>
        </p:spPr>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71" name="Shape 71"/>
        <p:cNvGrpSpPr/>
        <p:nvPr/>
      </p:nvGrpSpPr>
      <p:grpSpPr>
        <a:xfrm>
          <a:off x="0" y="0"/>
          <a:ext cx="0" cy="0"/>
          <a:chOff x="0" y="0"/>
          <a:chExt cx="0" cy="0"/>
        </a:xfrm>
      </p:grpSpPr>
      <p:grpSp>
        <p:nvGrpSpPr>
          <p:cNvPr id="72" name="Google Shape;72;p20"/>
          <p:cNvGrpSpPr/>
          <p:nvPr/>
        </p:nvGrpSpPr>
        <p:grpSpPr>
          <a:xfrm>
            <a:off x="0" y="-8467"/>
            <a:ext cx="12192000" cy="6866467"/>
            <a:chOff x="0" y="-8467"/>
            <a:chExt cx="12192000" cy="6866467"/>
          </a:xfrm>
        </p:grpSpPr>
        <p:sp>
          <p:nvSpPr>
            <p:cNvPr id="73" name="Google Shape;73;p20"/>
            <p:cNvSpPr/>
            <p:nvPr/>
          </p:nvSpPr>
          <p:spPr>
            <a:xfrm>
              <a:off x="0" y="-7862"/>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70196"/>
              </a:schemeClr>
            </a:solidFill>
            <a:ln>
              <a:noFill/>
            </a:ln>
          </p:spPr>
        </p:sp>
        <p:cxnSp>
          <p:nvCxnSpPr>
            <p:cNvPr id="74" name="Google Shape;74;p20"/>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75" name="Google Shape;75;p20"/>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76" name="Google Shape;76;p20"/>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77" name="Google Shape;77;p20"/>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78" name="Google Shape;78;p20"/>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0"/>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80" name="Google Shape;80;p20"/>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81" name="Google Shape;81;p20"/>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82" name="Google Shape;82;p20"/>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 name="Google Shape;83;p20"/>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0"/>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85" name="Google Shape;85;p2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8" name="Shape 88"/>
        <p:cNvGrpSpPr/>
        <p:nvPr/>
      </p:nvGrpSpPr>
      <p:grpSpPr>
        <a:xfrm>
          <a:off x="0" y="0"/>
          <a:ext cx="0" cy="0"/>
          <a:chOff x="0" y="0"/>
          <a:chExt cx="0" cy="0"/>
        </a:xfrm>
      </p:grpSpPr>
      <p:sp>
        <p:nvSpPr>
          <p:cNvPr id="89" name="Google Shape;89;p2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1"/>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91" name="Google Shape;91;p2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p22"/>
          <p:cNvSpPr txBox="1"/>
          <p:nvPr>
            <p:ph type="title"/>
          </p:nvPr>
        </p:nvSpPr>
        <p:spPr>
          <a:xfrm>
            <a:off x="677335" y="2700867"/>
            <a:ext cx="8596668"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2"/>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7" name="Google Shape;97;p2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0" name="Shape 100"/>
        <p:cNvGrpSpPr/>
        <p:nvPr/>
      </p:nvGrpSpPr>
      <p:grpSpPr>
        <a:xfrm>
          <a:off x="0" y="0"/>
          <a:ext cx="0" cy="0"/>
          <a:chOff x="0" y="0"/>
          <a:chExt cx="0" cy="0"/>
        </a:xfrm>
      </p:grpSpPr>
      <p:sp>
        <p:nvSpPr>
          <p:cNvPr id="101" name="Google Shape;101;p2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3"/>
          <p:cNvSpPr txBox="1"/>
          <p:nvPr>
            <p:ph idx="1" type="body"/>
          </p:nvPr>
        </p:nvSpPr>
        <p:spPr>
          <a:xfrm>
            <a:off x="677334" y="2160589"/>
            <a:ext cx="4184035"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3" name="Google Shape;103;p23"/>
          <p:cNvSpPr txBox="1"/>
          <p:nvPr>
            <p:ph idx="2" type="body"/>
          </p:nvPr>
        </p:nvSpPr>
        <p:spPr>
          <a:xfrm>
            <a:off x="5089970" y="2160589"/>
            <a:ext cx="4184034"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4" name="Google Shape;104;p2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7" name="Shape 107"/>
        <p:cNvGrpSpPr/>
        <p:nvPr/>
      </p:nvGrpSpPr>
      <p:grpSpPr>
        <a:xfrm>
          <a:off x="0" y="0"/>
          <a:ext cx="0" cy="0"/>
          <a:chOff x="0" y="0"/>
          <a:chExt cx="0" cy="0"/>
        </a:xfrm>
      </p:grpSpPr>
      <p:sp>
        <p:nvSpPr>
          <p:cNvPr id="108" name="Google Shape;108;p2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4"/>
          <p:cNvSpPr txBox="1"/>
          <p:nvPr>
            <p:ph idx="1" type="body"/>
          </p:nvPr>
        </p:nvSpPr>
        <p:spPr>
          <a:xfrm>
            <a:off x="675745"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0" name="Google Shape;110;p24"/>
          <p:cNvSpPr txBox="1"/>
          <p:nvPr>
            <p:ph idx="2" type="body"/>
          </p:nvPr>
        </p:nvSpPr>
        <p:spPr>
          <a:xfrm>
            <a:off x="675745" y="2737245"/>
            <a:ext cx="4185623"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1" name="Google Shape;111;p24"/>
          <p:cNvSpPr txBox="1"/>
          <p:nvPr>
            <p:ph idx="3" type="body"/>
          </p:nvPr>
        </p:nvSpPr>
        <p:spPr>
          <a:xfrm>
            <a:off x="5088383" y="2160983"/>
            <a:ext cx="418561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2" name="Google Shape;112;p24"/>
          <p:cNvSpPr txBox="1"/>
          <p:nvPr>
            <p:ph idx="4" type="body"/>
          </p:nvPr>
        </p:nvSpPr>
        <p:spPr>
          <a:xfrm>
            <a:off x="5088384" y="2737245"/>
            <a:ext cx="4185617"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3" name="Google Shape;113;p2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2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2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6" name="Shape 116"/>
        <p:cNvGrpSpPr/>
        <p:nvPr/>
      </p:nvGrpSpPr>
      <p:grpSpPr>
        <a:xfrm>
          <a:off x="0" y="0"/>
          <a:ext cx="0" cy="0"/>
          <a:chOff x="0" y="0"/>
          <a:chExt cx="0" cy="0"/>
        </a:xfrm>
      </p:grpSpPr>
      <p:sp>
        <p:nvSpPr>
          <p:cNvPr id="117" name="Google Shape;117;p2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2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2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1" name="Shape 121"/>
        <p:cNvGrpSpPr/>
        <p:nvPr/>
      </p:nvGrpSpPr>
      <p:grpSpPr>
        <a:xfrm>
          <a:off x="0" y="0"/>
          <a:ext cx="0" cy="0"/>
          <a:chOff x="0" y="0"/>
          <a:chExt cx="0" cy="0"/>
        </a:xfrm>
      </p:grpSpPr>
      <p:sp>
        <p:nvSpPr>
          <p:cNvPr id="122" name="Google Shape;122;p2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5" name="Shape 125"/>
        <p:cNvGrpSpPr/>
        <p:nvPr/>
      </p:nvGrpSpPr>
      <p:grpSpPr>
        <a:xfrm>
          <a:off x="0" y="0"/>
          <a:ext cx="0" cy="0"/>
          <a:chOff x="0" y="0"/>
          <a:chExt cx="0" cy="0"/>
        </a:xfrm>
      </p:grpSpPr>
      <p:sp>
        <p:nvSpPr>
          <p:cNvPr id="126" name="Google Shape;126;p27"/>
          <p:cNvSpPr txBox="1"/>
          <p:nvPr>
            <p:ph type="title"/>
          </p:nvPr>
        </p:nvSpPr>
        <p:spPr>
          <a:xfrm>
            <a:off x="677334" y="1498604"/>
            <a:ext cx="3854528"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27"/>
          <p:cNvSpPr txBox="1"/>
          <p:nvPr>
            <p:ph idx="1" type="body"/>
          </p:nvPr>
        </p:nvSpPr>
        <p:spPr>
          <a:xfrm>
            <a:off x="4760461" y="514924"/>
            <a:ext cx="4513541"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8" name="Google Shape;128;p27"/>
          <p:cNvSpPr txBox="1"/>
          <p:nvPr>
            <p:ph idx="2" type="body"/>
          </p:nvPr>
        </p:nvSpPr>
        <p:spPr>
          <a:xfrm>
            <a:off x="677334" y="2777069"/>
            <a:ext cx="3854528"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129" name="Google Shape;129;p2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2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2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2" name="Shape 132"/>
        <p:cNvGrpSpPr/>
        <p:nvPr/>
      </p:nvGrpSpPr>
      <p:grpSpPr>
        <a:xfrm>
          <a:off x="0" y="0"/>
          <a:ext cx="0" cy="0"/>
          <a:chOff x="0" y="0"/>
          <a:chExt cx="0" cy="0"/>
        </a:xfrm>
      </p:grpSpPr>
      <p:sp>
        <p:nvSpPr>
          <p:cNvPr id="133" name="Google Shape;133;p28"/>
          <p:cNvSpPr txBox="1"/>
          <p:nvPr>
            <p:ph type="title"/>
          </p:nvPr>
        </p:nvSpPr>
        <p:spPr>
          <a:xfrm>
            <a:off x="677334" y="4800600"/>
            <a:ext cx="85966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28"/>
          <p:cNvSpPr/>
          <p:nvPr>
            <p:ph idx="2" type="pic"/>
          </p:nvPr>
        </p:nvSpPr>
        <p:spPr>
          <a:xfrm>
            <a:off x="677334" y="609600"/>
            <a:ext cx="8596668" cy="3845718"/>
          </a:xfrm>
          <a:prstGeom prst="rect">
            <a:avLst/>
          </a:prstGeom>
          <a:noFill/>
          <a:ln>
            <a:noFill/>
          </a:ln>
        </p:spPr>
      </p:sp>
      <p:sp>
        <p:nvSpPr>
          <p:cNvPr id="135" name="Google Shape;135;p28"/>
          <p:cNvSpPr txBox="1"/>
          <p:nvPr>
            <p:ph idx="1" type="body"/>
          </p:nvPr>
        </p:nvSpPr>
        <p:spPr>
          <a:xfrm>
            <a:off x="677334" y="5367338"/>
            <a:ext cx="8596667"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36" name="Google Shape;136;p2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2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8" name="Google Shape;138;p2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39" name="Shape 139"/>
        <p:cNvGrpSpPr/>
        <p:nvPr/>
      </p:nvGrpSpPr>
      <p:grpSpPr>
        <a:xfrm>
          <a:off x="0" y="0"/>
          <a:ext cx="0" cy="0"/>
          <a:chOff x="0" y="0"/>
          <a:chExt cx="0" cy="0"/>
        </a:xfrm>
      </p:grpSpPr>
      <p:sp>
        <p:nvSpPr>
          <p:cNvPr id="140" name="Google Shape;140;p29"/>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29"/>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2" name="Google Shape;142;p2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2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2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45" name="Shape 145"/>
        <p:cNvGrpSpPr/>
        <p:nvPr/>
      </p:nvGrpSpPr>
      <p:grpSpPr>
        <a:xfrm>
          <a:off x="0" y="0"/>
          <a:ext cx="0" cy="0"/>
          <a:chOff x="0" y="0"/>
          <a:chExt cx="0" cy="0"/>
        </a:xfrm>
      </p:grpSpPr>
      <p:sp>
        <p:nvSpPr>
          <p:cNvPr id="146" name="Google Shape;146;p30"/>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30"/>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8" name="Google Shape;148;p30"/>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9" name="Google Shape;149;p3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3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3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2" name="Google Shape;152;p30"/>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
        <p:nvSpPr>
          <p:cNvPr id="153" name="Google Shape;153;p30"/>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54" name="Shape 154"/>
        <p:cNvGrpSpPr/>
        <p:nvPr/>
      </p:nvGrpSpPr>
      <p:grpSpPr>
        <a:xfrm>
          <a:off x="0" y="0"/>
          <a:ext cx="0" cy="0"/>
          <a:chOff x="0" y="0"/>
          <a:chExt cx="0" cy="0"/>
        </a:xfrm>
      </p:grpSpPr>
      <p:sp>
        <p:nvSpPr>
          <p:cNvPr id="155" name="Google Shape;155;p31"/>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31"/>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57" name="Google Shape;157;p3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3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3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60" name="Shape 160"/>
        <p:cNvGrpSpPr/>
        <p:nvPr/>
      </p:nvGrpSpPr>
      <p:grpSpPr>
        <a:xfrm>
          <a:off x="0" y="0"/>
          <a:ext cx="0" cy="0"/>
          <a:chOff x="0" y="0"/>
          <a:chExt cx="0" cy="0"/>
        </a:xfrm>
      </p:grpSpPr>
      <p:sp>
        <p:nvSpPr>
          <p:cNvPr id="161" name="Google Shape;161;p32"/>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32"/>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63" name="Google Shape;163;p32"/>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64" name="Google Shape;164;p3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3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3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7" name="Google Shape;167;p32"/>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
        <p:nvSpPr>
          <p:cNvPr id="168" name="Google Shape;168;p32"/>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69" name="Shape 169"/>
        <p:cNvGrpSpPr/>
        <p:nvPr/>
      </p:nvGrpSpPr>
      <p:grpSpPr>
        <a:xfrm>
          <a:off x="0" y="0"/>
          <a:ext cx="0" cy="0"/>
          <a:chOff x="0" y="0"/>
          <a:chExt cx="0" cy="0"/>
        </a:xfrm>
      </p:grpSpPr>
      <p:sp>
        <p:nvSpPr>
          <p:cNvPr id="170" name="Google Shape;170;p33"/>
          <p:cNvSpPr txBox="1"/>
          <p:nvPr>
            <p:ph type="title"/>
          </p:nvPr>
        </p:nvSpPr>
        <p:spPr>
          <a:xfrm>
            <a:off x="685799" y="609600"/>
            <a:ext cx="858820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33"/>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2" name="Google Shape;172;p33"/>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73" name="Google Shape;173;p3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3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3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6" name="Shape 176"/>
        <p:cNvGrpSpPr/>
        <p:nvPr/>
      </p:nvGrpSpPr>
      <p:grpSpPr>
        <a:xfrm>
          <a:off x="0" y="0"/>
          <a:ext cx="0" cy="0"/>
          <a:chOff x="0" y="0"/>
          <a:chExt cx="0" cy="0"/>
        </a:xfrm>
      </p:grpSpPr>
      <p:sp>
        <p:nvSpPr>
          <p:cNvPr id="177" name="Google Shape;177;p3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34"/>
          <p:cNvSpPr txBox="1"/>
          <p:nvPr>
            <p:ph idx="1" type="body"/>
          </p:nvPr>
        </p:nvSpPr>
        <p:spPr>
          <a:xfrm rot="5400000">
            <a:off x="3035281" y="-197358"/>
            <a:ext cx="3880773" cy="859666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9" name="Google Shape;179;p3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3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3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2" name="Shape 182"/>
        <p:cNvGrpSpPr/>
        <p:nvPr/>
      </p:nvGrpSpPr>
      <p:grpSpPr>
        <a:xfrm>
          <a:off x="0" y="0"/>
          <a:ext cx="0" cy="0"/>
          <a:chOff x="0" y="0"/>
          <a:chExt cx="0" cy="0"/>
        </a:xfrm>
      </p:grpSpPr>
      <p:sp>
        <p:nvSpPr>
          <p:cNvPr id="183" name="Google Shape;183;p35"/>
          <p:cNvSpPr txBox="1"/>
          <p:nvPr>
            <p:ph type="title"/>
          </p:nvPr>
        </p:nvSpPr>
        <p:spPr>
          <a:xfrm rot="5400000">
            <a:off x="5994319" y="2582953"/>
            <a:ext cx="5251451" cy="130474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35"/>
          <p:cNvSpPr txBox="1"/>
          <p:nvPr>
            <p:ph idx="1" type="body"/>
          </p:nvPr>
        </p:nvSpPr>
        <p:spPr>
          <a:xfrm rot="5400000">
            <a:off x="1581685" y="-294750"/>
            <a:ext cx="5251450" cy="706015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85" name="Google Shape;185;p3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3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3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showMasterSp="0">
  <p:cSld name="1_Custom Layout">
    <p:bg>
      <p:bgPr>
        <a:solidFill>
          <a:schemeClr val="dk1"/>
        </a:solidFill>
      </p:bgPr>
    </p:bg>
    <p:spTree>
      <p:nvGrpSpPr>
        <p:cNvPr id="188" name="Shape 188"/>
        <p:cNvGrpSpPr/>
        <p:nvPr/>
      </p:nvGrpSpPr>
      <p:grpSpPr>
        <a:xfrm>
          <a:off x="0" y="0"/>
          <a:ext cx="0" cy="0"/>
          <a:chOff x="0" y="0"/>
          <a:chExt cx="0" cy="0"/>
        </a:xfrm>
      </p:grpSpPr>
      <p:sp>
        <p:nvSpPr>
          <p:cNvPr id="189" name="Google Shape;189;p36"/>
          <p:cNvSpPr/>
          <p:nvPr>
            <p:ph idx="2" type="pic"/>
          </p:nvPr>
        </p:nvSpPr>
        <p:spPr>
          <a:xfrm>
            <a:off x="0" y="0"/>
            <a:ext cx="12192000" cy="6858000"/>
          </a:xfrm>
          <a:prstGeom prst="rect">
            <a:avLst/>
          </a:prstGeom>
          <a:noFill/>
          <a:ln>
            <a:noFill/>
          </a:ln>
        </p:spPr>
      </p:sp>
      <p:sp>
        <p:nvSpPr>
          <p:cNvPr descr="Tall office building looking up" id="190" name="Google Shape;190;p36"/>
          <p:cNvSpPr/>
          <p:nvPr/>
        </p:nvSpPr>
        <p:spPr>
          <a:xfrm>
            <a:off x="3718560" y="1181123"/>
            <a:ext cx="4754880" cy="4495754"/>
          </a:xfrm>
          <a:prstGeom prst="rect">
            <a:avLst/>
          </a:prstGeom>
          <a:solidFill>
            <a:schemeClr val="accent5">
              <a:alpha val="40000"/>
            </a:schemeClr>
          </a:solidFill>
          <a:ln cap="flat" cmpd="sng" w="603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191" name="Google Shape;191;p36"/>
          <p:cNvSpPr txBox="1"/>
          <p:nvPr>
            <p:ph idx="1" type="body"/>
          </p:nvPr>
        </p:nvSpPr>
        <p:spPr>
          <a:xfrm>
            <a:off x="4149139" y="4859469"/>
            <a:ext cx="3924934" cy="490538"/>
          </a:xfrm>
          <a:prstGeom prst="rect">
            <a:avLst/>
          </a:prstGeom>
          <a:noFill/>
          <a:ln>
            <a:noFill/>
          </a:ln>
        </p:spPr>
        <p:txBody>
          <a:bodyPr anchorCtr="0" anchor="t" bIns="45700" lIns="91425" spcFirstLastPara="1" rIns="91425" wrap="square" tIns="45700">
            <a:normAutofit/>
          </a:bodyPr>
          <a:lstStyle>
            <a:lvl1pPr indent="-228600" lvl="0" marL="457200" algn="r">
              <a:spcBef>
                <a:spcPts val="1000"/>
              </a:spcBef>
              <a:spcAft>
                <a:spcPts val="0"/>
              </a:spcAft>
              <a:buSzPts val="1920"/>
              <a:buNone/>
              <a:defRPr b="1" sz="2400">
                <a:solidFill>
                  <a:schemeClr val="accent4"/>
                </a:solidFill>
                <a:latin typeface="Calibri"/>
                <a:ea typeface="Calibri"/>
                <a:cs typeface="Calibri"/>
                <a:sym typeface="Calibri"/>
              </a:defRPr>
            </a:lvl1pPr>
            <a:lvl2pPr indent="-228600" lvl="1" marL="914400" algn="l">
              <a:spcBef>
                <a:spcPts val="1000"/>
              </a:spcBef>
              <a:spcAft>
                <a:spcPts val="0"/>
              </a:spcAft>
              <a:buSzPts val="1280"/>
              <a:buNone/>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92" name="Google Shape;192;p36"/>
          <p:cNvSpPr txBox="1"/>
          <p:nvPr>
            <p:ph type="title"/>
          </p:nvPr>
        </p:nvSpPr>
        <p:spPr>
          <a:xfrm>
            <a:off x="4149139" y="1529685"/>
            <a:ext cx="3924934" cy="1695637"/>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Clr>
                <a:schemeClr val="lt1"/>
              </a:buClr>
              <a:buSzPts val="4800"/>
              <a:buFont typeface="Trebuchet MS"/>
              <a:buNone/>
              <a:defRPr b="1" sz="48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5"/>
          <p:cNvGrpSpPr/>
          <p:nvPr/>
        </p:nvGrpSpPr>
        <p:grpSpPr>
          <a:xfrm>
            <a:off x="0" y="-8467"/>
            <a:ext cx="12192000" cy="6866467"/>
            <a:chOff x="0" y="-8467"/>
            <a:chExt cx="12192000" cy="6866467"/>
          </a:xfrm>
        </p:grpSpPr>
        <p:cxnSp>
          <p:nvCxnSpPr>
            <p:cNvPr id="11" name="Google Shape;11;p15"/>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12" name="Google Shape;12;p15"/>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13" name="Google Shape;13;p15"/>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14" name="Google Shape;14;p15"/>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15"/>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5"/>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17" name="Google Shape;17;p15"/>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18" name="Google Shape;18;p15"/>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9" name="Google Shape;19;p15"/>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5"/>
            <p:cNvSpPr/>
            <p:nvPr/>
          </p:nvSpPr>
          <p:spPr>
            <a:xfrm>
              <a:off x="0" y="4013200"/>
              <a:ext cx="448733" cy="2844800"/>
            </a:xfrm>
            <a:prstGeom prst="triangle">
              <a:avLst>
                <a:gd fmla="val 0" name="adj"/>
              </a:avLst>
            </a:prstGeom>
            <a:solidFill>
              <a:schemeClr val="accent1">
                <a:alpha val="7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1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15"/>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20"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60"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60"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1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1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1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
        <p:nvSpPr>
          <p:cNvPr id="26" name="Google Shape;26;p15"/>
          <p:cNvSpPr txBox="1"/>
          <p:nvPr/>
        </p:nvSpPr>
        <p:spPr>
          <a:xfrm>
            <a:off x="660396"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chemeClr val="accent2"/>
                </a:solidFill>
                <a:latin typeface="Trebuchet MS"/>
                <a:ea typeface="Trebuchet MS"/>
                <a:cs typeface="Trebuchet MS"/>
                <a:sym typeface="Trebuchet MS"/>
              </a:rPr>
              <a:t>9/3/2026</a:t>
            </a:r>
            <a:endParaRPr b="0" i="0" sz="1100" u="none" cap="none" strike="noStrike">
              <a:solidFill>
                <a:schemeClr val="accent2"/>
              </a:solidFill>
              <a:latin typeface="Trebuchet MS"/>
              <a:ea typeface="Trebuchet MS"/>
              <a:cs typeface="Trebuchet MS"/>
              <a:sym typeface="Trebuchet MS"/>
            </a:endParaRPr>
          </a:p>
        </p:txBody>
      </p:sp>
      <p:sp>
        <p:nvSpPr>
          <p:cNvPr id="27" name="Google Shape;27;p15"/>
          <p:cNvSpPr txBox="1"/>
          <p:nvPr/>
        </p:nvSpPr>
        <p:spPr>
          <a:xfrm>
            <a:off x="1445526" y="6378906"/>
            <a:ext cx="41148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chemeClr val="accent2"/>
                </a:solidFill>
                <a:latin typeface="Trebuchet MS"/>
                <a:ea typeface="Trebuchet MS"/>
                <a:cs typeface="Trebuchet MS"/>
                <a:sym typeface="Trebuchet MS"/>
              </a:rPr>
              <a:t>Annual Review</a:t>
            </a:r>
            <a:endParaRPr/>
          </a:p>
        </p:txBody>
      </p:sp>
      <p:sp>
        <p:nvSpPr>
          <p:cNvPr id="28" name="Google Shape;28;p15"/>
          <p:cNvSpPr txBox="1"/>
          <p:nvPr/>
        </p:nvSpPr>
        <p:spPr>
          <a:xfrm>
            <a:off x="8805338"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4"/>
                </a:solidFill>
                <a:latin typeface="Trebuchet MS"/>
                <a:ea typeface="Trebuchet MS"/>
                <a:cs typeface="Trebuchet MS"/>
                <a:sym typeface="Trebuchet MS"/>
              </a:rPr>
              <a:t>‹#›</a:t>
            </a:fld>
            <a:endParaRPr b="0" i="0" sz="1100" u="none" cap="none" strike="noStrike">
              <a:solidFill>
                <a:schemeClr val="accent4"/>
              </a:solidFill>
              <a:latin typeface="Trebuchet MS"/>
              <a:ea typeface="Trebuchet MS"/>
              <a:cs typeface="Trebuchet MS"/>
              <a:sym typeface="Trebuchet M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
          <p:cNvSpPr txBox="1"/>
          <p:nvPr>
            <p:ph idx="1" type="body"/>
          </p:nvPr>
        </p:nvSpPr>
        <p:spPr>
          <a:xfrm>
            <a:off x="76300" y="3193400"/>
            <a:ext cx="7008600" cy="1423800"/>
          </a:xfrm>
          <a:prstGeom prst="rect">
            <a:avLst/>
          </a:prstGeom>
          <a:noFill/>
          <a:ln>
            <a:noFill/>
          </a:ln>
        </p:spPr>
        <p:txBody>
          <a:bodyPr anchorCtr="0" anchor="t" bIns="45700" lIns="91425" spcFirstLastPara="1" rIns="91425" wrap="square" tIns="45700">
            <a:normAutofit/>
          </a:bodyPr>
          <a:lstStyle/>
          <a:p>
            <a:pPr indent="457200" lvl="0" marL="457200" rtl="0" algn="l">
              <a:spcBef>
                <a:spcPts val="0"/>
              </a:spcBef>
              <a:spcAft>
                <a:spcPts val="0"/>
              </a:spcAft>
              <a:buSzPts val="1600"/>
              <a:buNone/>
            </a:pPr>
            <a:r>
              <a:rPr b="0" lang="en-US">
                <a:solidFill>
                  <a:schemeClr val="dk1"/>
                </a:solidFill>
              </a:rPr>
              <a:t>Athul A Dev </a:t>
            </a:r>
            <a:endParaRPr b="0">
              <a:solidFill>
                <a:schemeClr val="dk1"/>
              </a:solidFill>
            </a:endParaRPr>
          </a:p>
          <a:p>
            <a:pPr indent="457200" lvl="0" marL="457200" rtl="0" algn="l">
              <a:spcBef>
                <a:spcPts val="0"/>
              </a:spcBef>
              <a:spcAft>
                <a:spcPts val="0"/>
              </a:spcAft>
              <a:buSzPts val="1600"/>
              <a:buNone/>
            </a:pPr>
            <a:r>
              <a:rPr b="0" lang="en-US">
                <a:solidFill>
                  <a:schemeClr val="dk1"/>
                </a:solidFill>
              </a:rPr>
              <a:t>University college of engineering kariavatoom</a:t>
            </a:r>
            <a:endParaRPr b="0">
              <a:solidFill>
                <a:schemeClr val="dk1"/>
              </a:solidFill>
            </a:endParaRPr>
          </a:p>
          <a:p>
            <a:pPr indent="0" lvl="0" marL="0" rtl="0" algn="l">
              <a:spcBef>
                <a:spcPts val="0"/>
              </a:spcBef>
              <a:spcAft>
                <a:spcPts val="0"/>
              </a:spcAft>
              <a:buClr>
                <a:schemeClr val="dk1"/>
              </a:buClr>
              <a:buFont typeface="Arial"/>
              <a:buNone/>
            </a:pPr>
            <a:r>
              <a:rPr lang="en-US" sz="1800">
                <a:solidFill>
                  <a:schemeClr val="dk1"/>
                </a:solidFill>
              </a:rPr>
              <a:t>             </a:t>
            </a:r>
            <a:r>
              <a:rPr lang="en-US" sz="1800">
                <a:solidFill>
                  <a:schemeClr val="dk1"/>
                </a:solidFill>
              </a:rPr>
              <a:t>AICTE STU ID : STU6a67a4e6b0c3e1785177318</a:t>
            </a:r>
            <a:endParaRPr b="0" sz="1400">
              <a:solidFill>
                <a:schemeClr val="dk1"/>
              </a:solidFill>
              <a:latin typeface="Arial"/>
              <a:ea typeface="Arial"/>
              <a:cs typeface="Arial"/>
              <a:sym typeface="Arial"/>
            </a:endParaRPr>
          </a:p>
          <a:p>
            <a:pPr indent="457200" lvl="0" marL="457200" rtl="0" algn="l">
              <a:spcBef>
                <a:spcPts val="0"/>
              </a:spcBef>
              <a:spcAft>
                <a:spcPts val="0"/>
              </a:spcAft>
              <a:buSzPts val="1600"/>
              <a:buNone/>
            </a:pPr>
            <a:r>
              <a:t/>
            </a:r>
            <a:endParaRPr b="0">
              <a:solidFill>
                <a:schemeClr val="dk1"/>
              </a:solidFill>
            </a:endParaRPr>
          </a:p>
        </p:txBody>
      </p:sp>
      <p:sp>
        <p:nvSpPr>
          <p:cNvPr id="198" name="Google Shape;198;p1"/>
          <p:cNvSpPr txBox="1"/>
          <p:nvPr>
            <p:ph type="title"/>
          </p:nvPr>
        </p:nvSpPr>
        <p:spPr>
          <a:xfrm>
            <a:off x="675950" y="1810300"/>
            <a:ext cx="5722500" cy="11343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US" sz="3000">
                <a:latin typeface="Arial"/>
                <a:ea typeface="Arial"/>
                <a:cs typeface="Arial"/>
                <a:sym typeface="Arial"/>
              </a:rPr>
              <a:t>Seasonal Agriculture Performance Analysis</a:t>
            </a:r>
            <a:endParaRPr sz="3000"/>
          </a:p>
        </p:txBody>
      </p:sp>
      <p:sp>
        <p:nvSpPr>
          <p:cNvPr id="199" name="Google Shape;199;p1"/>
          <p:cNvSpPr txBox="1"/>
          <p:nvPr/>
        </p:nvSpPr>
        <p:spPr>
          <a:xfrm>
            <a:off x="6400800" y="2794001"/>
            <a:ext cx="3312160" cy="861497"/>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1920"/>
              <a:buFont typeface="Noto Sans Symbols"/>
              <a:buNone/>
            </a:pPr>
            <a:r>
              <a:t/>
            </a:r>
            <a:endParaRPr b="1" i="0" sz="2400" u="none" cap="none" strike="noStrike">
              <a:solidFill>
                <a:schemeClr val="accent4"/>
              </a:solidFill>
              <a:latin typeface="Trebuchet MS"/>
              <a:ea typeface="Trebuchet MS"/>
              <a:cs typeface="Trebuchet MS"/>
              <a:sym typeface="Trebuchet MS"/>
            </a:endParaRPr>
          </a:p>
        </p:txBody>
      </p:sp>
      <p:pic>
        <p:nvPicPr>
          <p:cNvPr id="200" name="Google Shape;200;p1"/>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822"/>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99"/>
                                        </p:tgtEl>
                                        <p:attrNameLst>
                                          <p:attrName>style.visibility</p:attrName>
                                        </p:attrNameLst>
                                      </p:cBhvr>
                                      <p:to>
                                        <p:strVal val="visible"/>
                                      </p:to>
                                    </p:set>
                                    <p:anim calcmode="lin" valueType="num">
                                      <p:cBhvr additive="base">
                                        <p:cTn dur="500"/>
                                        <p:tgtEl>
                                          <p:spTgt spid="199"/>
                                        </p:tgtEl>
                                        <p:attrNameLst>
                                          <p:attrName>ppt_w</p:attrName>
                                        </p:attrNameLst>
                                      </p:cBhvr>
                                      <p:tavLst>
                                        <p:tav fmla="" tm="0">
                                          <p:val>
                                            <p:strVal val="0"/>
                                          </p:val>
                                        </p:tav>
                                        <p:tav fmla="" tm="100000">
                                          <p:val>
                                            <p:strVal val="#ppt_w"/>
                                          </p:val>
                                        </p:tav>
                                      </p:tavLst>
                                    </p:anim>
                                    <p:anim calcmode="lin" valueType="num">
                                      <p:cBhvr additive="base">
                                        <p:cTn dur="500"/>
                                        <p:tgtEl>
                                          <p:spTgt spid="19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0" st="0"/>
                                            </p:txEl>
                                          </p:spTgt>
                                        </p:tgtEl>
                                        <p:attrNameLst>
                                          <p:attrName>style.visibility</p:attrName>
                                        </p:attrNameLst>
                                      </p:cBhvr>
                                      <p:to>
                                        <p:strVal val="visible"/>
                                      </p:to>
                                    </p:set>
                                    <p:animEffect filter="fade" transition="in">
                                      <p:cBhvr>
                                        <p:cTn dur="500"/>
                                        <p:tgtEl>
                                          <p:spTgt spid="1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1" st="1"/>
                                            </p:txEl>
                                          </p:spTgt>
                                        </p:tgtEl>
                                        <p:attrNameLst>
                                          <p:attrName>style.visibility</p:attrName>
                                        </p:attrNameLst>
                                      </p:cBhvr>
                                      <p:to>
                                        <p:strVal val="visible"/>
                                      </p:to>
                                    </p:set>
                                    <p:animEffect filter="fade" transition="in">
                                      <p:cBhvr>
                                        <p:cTn dur="500"/>
                                        <p:tgtEl>
                                          <p:spTgt spid="1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2" st="2"/>
                                            </p:txEl>
                                          </p:spTgt>
                                        </p:tgtEl>
                                        <p:attrNameLst>
                                          <p:attrName>style.visibility</p:attrName>
                                        </p:attrNameLst>
                                      </p:cBhvr>
                                      <p:to>
                                        <p:strVal val="visible"/>
                                      </p:to>
                                    </p:set>
                                    <p:animEffect filter="fade" transition="in">
                                      <p:cBhvr>
                                        <p:cTn dur="500"/>
                                        <p:tgtEl>
                                          <p:spTgt spid="19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3" st="3"/>
                                            </p:txEl>
                                          </p:spTgt>
                                        </p:tgtEl>
                                        <p:attrNameLst>
                                          <p:attrName>style.visibility</p:attrName>
                                        </p:attrNameLst>
                                      </p:cBhvr>
                                      <p:to>
                                        <p:strVal val="visible"/>
                                      </p:to>
                                    </p:set>
                                    <p:animEffect filter="fade" transition="in">
                                      <p:cBhvr>
                                        <p:cTn dur="500"/>
                                        <p:tgtEl>
                                          <p:spTgt spid="197">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
          <p:cNvSpPr txBox="1"/>
          <p:nvPr>
            <p:ph idx="1" type="body"/>
          </p:nvPr>
        </p:nvSpPr>
        <p:spPr>
          <a:xfrm>
            <a:off x="1046480" y="1875556"/>
            <a:ext cx="6431280" cy="3607987"/>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lnSpc>
                <a:spcPct val="100000"/>
              </a:lnSpc>
              <a:spcBef>
                <a:spcPts val="0"/>
              </a:spcBef>
              <a:spcAft>
                <a:spcPts val="0"/>
              </a:spcAft>
              <a:buSzPct val="80000"/>
              <a:buChar char="▪"/>
            </a:pPr>
            <a:r>
              <a:rPr lang="en-US" sz="280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sz="2800"/>
          </a:p>
        </p:txBody>
      </p:sp>
      <p:sp>
        <p:nvSpPr>
          <p:cNvPr id="206" name="Google Shape;206;p2"/>
          <p:cNvSpPr txBox="1"/>
          <p:nvPr>
            <p:ph type="title"/>
          </p:nvPr>
        </p:nvSpPr>
        <p:spPr>
          <a:xfrm>
            <a:off x="754602" y="550417"/>
            <a:ext cx="6995604" cy="790111"/>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PROBLEM  STATEMENT</a:t>
            </a:r>
            <a:endParaRPr/>
          </a:p>
        </p:txBody>
      </p:sp>
      <p:pic>
        <p:nvPicPr>
          <p:cNvPr id="207" name="Google Shape;207;p2"/>
          <p:cNvPicPr preferRelativeResize="0"/>
          <p:nvPr/>
        </p:nvPicPr>
        <p:blipFill rotWithShape="1">
          <a:blip r:embed="rId3">
            <a:alphaModFix/>
          </a:blip>
          <a:srcRect b="0" l="0" r="0" t="0"/>
          <a:stretch/>
        </p:blipFill>
        <p:spPr>
          <a:xfrm>
            <a:off x="7995684" y="2930834"/>
            <a:ext cx="2760758" cy="3264409"/>
          </a:xfrm>
          <a:prstGeom prst="rect">
            <a:avLst/>
          </a:prstGeom>
          <a:noFill/>
          <a:ln>
            <a:noFill/>
          </a:ln>
        </p:spPr>
      </p:pic>
      <p:pic>
        <p:nvPicPr>
          <p:cNvPr id="208" name="Google Shape;208;p2"/>
          <p:cNvPicPr preferRelativeResize="0"/>
          <p:nvPr/>
        </p:nvPicPr>
        <p:blipFill rotWithShape="1">
          <a:blip r:embed="rId4">
            <a:alphaModFix/>
          </a:blip>
          <a:srcRect b="0" l="0" r="0" t="96181"/>
          <a:stretch/>
        </p:blipFill>
        <p:spPr>
          <a:xfrm>
            <a:off x="675957" y="6471920"/>
            <a:ext cx="2143125" cy="1930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06"/>
                                        </p:tgtEl>
                                        <p:attrNameLst>
                                          <p:attrName>style.visibility</p:attrName>
                                        </p:attrNameLst>
                                      </p:cBhvr>
                                      <p:to>
                                        <p:strVal val="visible"/>
                                      </p:to>
                                    </p:set>
                                    <p:anim calcmode="lin" valueType="num">
                                      <p:cBhvr additive="base">
                                        <p:cTn dur="500"/>
                                        <p:tgtEl>
                                          <p:spTgt spid="206"/>
                                        </p:tgtEl>
                                        <p:attrNameLst>
                                          <p:attrName>ppt_w</p:attrName>
                                        </p:attrNameLst>
                                      </p:cBhvr>
                                      <p:tavLst>
                                        <p:tav fmla="" tm="0">
                                          <p:val>
                                            <p:strVal val="0"/>
                                          </p:val>
                                        </p:tav>
                                        <p:tav fmla="" tm="100000">
                                          <p:val>
                                            <p:strVal val="#ppt_w"/>
                                          </p:val>
                                        </p:tav>
                                      </p:tavLst>
                                    </p:anim>
                                    <p:anim calcmode="lin" valueType="num">
                                      <p:cBhvr additive="base">
                                        <p:cTn dur="500"/>
                                        <p:tgtEl>
                                          <p:spTgt spid="20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0" st="0"/>
                                            </p:txEl>
                                          </p:spTgt>
                                        </p:tgtEl>
                                        <p:attrNameLst>
                                          <p:attrName>style.visibility</p:attrName>
                                        </p:attrNameLst>
                                      </p:cBhvr>
                                      <p:to>
                                        <p:strVal val="visible"/>
                                      </p:to>
                                    </p:set>
                                    <p:animEffect filter="fade" transition="in">
                                      <p:cBhvr>
                                        <p:cTn dur="1000"/>
                                        <p:tgtEl>
                                          <p:spTgt spid="20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12" name="Shape 212"/>
        <p:cNvGrpSpPr/>
        <p:nvPr/>
      </p:nvGrpSpPr>
      <p:grpSpPr>
        <a:xfrm>
          <a:off x="0" y="0"/>
          <a:ext cx="0" cy="0"/>
          <a:chOff x="0" y="0"/>
          <a:chExt cx="0" cy="0"/>
        </a:xfrm>
      </p:grpSpPr>
      <p:sp>
        <p:nvSpPr>
          <p:cNvPr id="213" name="Google Shape;213;p3"/>
          <p:cNvSpPr txBox="1"/>
          <p:nvPr>
            <p:ph type="title"/>
          </p:nvPr>
        </p:nvSpPr>
        <p:spPr>
          <a:xfrm>
            <a:off x="660399" y="805213"/>
            <a:ext cx="6276109"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Project Description</a:t>
            </a:r>
            <a:endParaRPr/>
          </a:p>
        </p:txBody>
      </p:sp>
      <p:pic>
        <p:nvPicPr>
          <p:cNvPr id="214" name="Google Shape;214;p3"/>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pic>
        <p:nvPicPr>
          <p:cNvPr id="215" name="Google Shape;215;p3"/>
          <p:cNvPicPr preferRelativeResize="0"/>
          <p:nvPr/>
        </p:nvPicPr>
        <p:blipFill rotWithShape="1">
          <a:blip r:embed="rId4">
            <a:alphaModFix/>
          </a:blip>
          <a:srcRect b="0" l="0" r="0" t="0"/>
          <a:stretch/>
        </p:blipFill>
        <p:spPr>
          <a:xfrm>
            <a:off x="467359" y="6410461"/>
            <a:ext cx="3706253" cy="296092"/>
          </a:xfrm>
          <a:prstGeom prst="rect">
            <a:avLst/>
          </a:prstGeom>
          <a:noFill/>
          <a:ln>
            <a:noFill/>
          </a:ln>
        </p:spPr>
      </p:pic>
      <p:sp>
        <p:nvSpPr>
          <p:cNvPr id="216" name="Google Shape;216;p3"/>
          <p:cNvSpPr txBox="1"/>
          <p:nvPr/>
        </p:nvSpPr>
        <p:spPr>
          <a:xfrm>
            <a:off x="907150" y="2247900"/>
            <a:ext cx="6276000" cy="340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solidFill>
                  <a:schemeClr val="dk1"/>
                </a:solidFill>
              </a:rPr>
              <a:t>Seasonal Agriculture Performance Analysis</a:t>
            </a:r>
            <a:r>
              <a:rPr lang="en-US" sz="1800">
                <a:solidFill>
                  <a:schemeClr val="dk1"/>
                </a:solidFill>
              </a:rPr>
              <a:t> is a data analytics project that studies how agricultural performance varies across different seasons. The project analyzes </a:t>
            </a:r>
            <a:r>
              <a:rPr b="1" lang="en-US" sz="1800">
                <a:solidFill>
                  <a:schemeClr val="dk1"/>
                </a:solidFill>
              </a:rPr>
              <a:t>crop yield, production, environmental conditions, resource usage, irrigation methods, economic performance, and disease/pest risk</a:t>
            </a:r>
            <a:r>
              <a:rPr lang="en-US" sz="1800">
                <a:solidFill>
                  <a:schemeClr val="dk1"/>
                </a:solidFill>
              </a:rPr>
              <a:t> to identify important seasonal patterns and relationships. Data visualization and statistical techniques are used to compare seasons and discover significant differences. The analysis also provides </a:t>
            </a:r>
            <a:r>
              <a:rPr b="1" lang="en-US" sz="1800">
                <a:solidFill>
                  <a:schemeClr val="dk1"/>
                </a:solidFill>
              </a:rPr>
              <a:t>evidence-based insights and recommendations for better seasonal agricultural planning</a:t>
            </a:r>
            <a:r>
              <a:rPr lang="en-US" sz="1800">
                <a:solidFill>
                  <a:schemeClr val="dk1"/>
                </a:solidFill>
              </a:rPr>
              <a:t>. </a:t>
            </a:r>
            <a:endParaRPr sz="18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13"/>
                                        </p:tgtEl>
                                        <p:attrNameLst>
                                          <p:attrName>style.visibility</p:attrName>
                                        </p:attrNameLst>
                                      </p:cBhvr>
                                      <p:to>
                                        <p:strVal val="visible"/>
                                      </p:to>
                                    </p:set>
                                    <p:anim calcmode="lin" valueType="num">
                                      <p:cBhvr additive="base">
                                        <p:cTn dur="500"/>
                                        <p:tgtEl>
                                          <p:spTgt spid="213"/>
                                        </p:tgtEl>
                                        <p:attrNameLst>
                                          <p:attrName>ppt_w</p:attrName>
                                        </p:attrNameLst>
                                      </p:cBhvr>
                                      <p:tavLst>
                                        <p:tav fmla="" tm="0">
                                          <p:val>
                                            <p:strVal val="0"/>
                                          </p:val>
                                        </p:tav>
                                        <p:tav fmla="" tm="100000">
                                          <p:val>
                                            <p:strVal val="#ppt_w"/>
                                          </p:val>
                                        </p:tav>
                                      </p:tavLst>
                                    </p:anim>
                                    <p:anim calcmode="lin" valueType="num">
                                      <p:cBhvr additive="base">
                                        <p:cTn dur="500"/>
                                        <p:tgtEl>
                                          <p:spTgt spid="21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4"/>
          <p:cNvSpPr txBox="1"/>
          <p:nvPr>
            <p:ph idx="1" type="body"/>
          </p:nvPr>
        </p:nvSpPr>
        <p:spPr>
          <a:xfrm>
            <a:off x="721359" y="1991360"/>
            <a:ext cx="7904481" cy="3990023"/>
          </a:xfrm>
          <a:prstGeom prst="rect">
            <a:avLst/>
          </a:prstGeom>
          <a:noFill/>
          <a:ln>
            <a:noFill/>
          </a:ln>
        </p:spPr>
        <p:txBody>
          <a:bodyPr anchorCtr="0" anchor="t" bIns="45700" lIns="91425" spcFirstLastPara="1" rIns="91425" wrap="square" tIns="45700">
            <a:noAutofit/>
          </a:bodyPr>
          <a:lstStyle/>
          <a:p>
            <a:pPr indent="-160020" lvl="0" marL="342900" rtl="0" algn="just">
              <a:lnSpc>
                <a:spcPct val="150000"/>
              </a:lnSpc>
              <a:spcBef>
                <a:spcPts val="0"/>
              </a:spcBef>
              <a:spcAft>
                <a:spcPts val="0"/>
              </a:spcAft>
              <a:buClr>
                <a:schemeClr val="dk1"/>
              </a:buClr>
              <a:buSzPts val="1100"/>
              <a:buFont typeface="Arial"/>
              <a:buNone/>
            </a:pPr>
            <a:r>
              <a:rPr b="1" lang="en-US" sz="1800">
                <a:solidFill>
                  <a:schemeClr val="dk1"/>
                </a:solidFill>
                <a:latin typeface="Arial"/>
                <a:ea typeface="Arial"/>
                <a:cs typeface="Arial"/>
                <a:sym typeface="Arial"/>
              </a:rPr>
              <a:t>Farmers</a:t>
            </a:r>
            <a:r>
              <a:rPr lang="en-US" sz="1800">
                <a:solidFill>
                  <a:schemeClr val="dk1"/>
                </a:solidFill>
                <a:latin typeface="Arial"/>
                <a:ea typeface="Arial"/>
                <a:cs typeface="Arial"/>
                <a:sym typeface="Arial"/>
              </a:rPr>
              <a:t> – to understand seasonal crop performance and improve farming decisions.</a:t>
            </a:r>
            <a:endParaRPr sz="1800">
              <a:solidFill>
                <a:schemeClr val="dk1"/>
              </a:solidFill>
              <a:latin typeface="Arial"/>
              <a:ea typeface="Arial"/>
              <a:cs typeface="Arial"/>
              <a:sym typeface="Arial"/>
            </a:endParaRPr>
          </a:p>
          <a:p>
            <a:pPr indent="-160020" lvl="0" marL="342900" rtl="0" algn="just">
              <a:lnSpc>
                <a:spcPct val="150000"/>
              </a:lnSpc>
              <a:spcBef>
                <a:spcPts val="0"/>
              </a:spcBef>
              <a:spcAft>
                <a:spcPts val="0"/>
              </a:spcAft>
              <a:buClr>
                <a:schemeClr val="dk1"/>
              </a:buClr>
              <a:buSzPts val="1100"/>
              <a:buFont typeface="Arial"/>
              <a:buNone/>
            </a:pPr>
            <a:r>
              <a:rPr b="1" lang="en-US" sz="1800">
                <a:solidFill>
                  <a:schemeClr val="dk1"/>
                </a:solidFill>
                <a:latin typeface="Arial"/>
                <a:ea typeface="Arial"/>
                <a:cs typeface="Arial"/>
                <a:sym typeface="Arial"/>
              </a:rPr>
              <a:t>Agricultural Departments &amp; Government Agencies</a:t>
            </a:r>
            <a:r>
              <a:rPr lang="en-US" sz="1800">
                <a:solidFill>
                  <a:schemeClr val="dk1"/>
                </a:solidFill>
                <a:latin typeface="Arial"/>
                <a:ea typeface="Arial"/>
                <a:cs typeface="Arial"/>
                <a:sym typeface="Arial"/>
              </a:rPr>
              <a:t> – for seasonal planning and policy decisions.</a:t>
            </a:r>
            <a:endParaRPr sz="1800">
              <a:solidFill>
                <a:schemeClr val="dk1"/>
              </a:solidFill>
              <a:latin typeface="Arial"/>
              <a:ea typeface="Arial"/>
              <a:cs typeface="Arial"/>
              <a:sym typeface="Arial"/>
            </a:endParaRPr>
          </a:p>
          <a:p>
            <a:pPr indent="-160020" lvl="0" marL="342900" rtl="0" algn="just">
              <a:lnSpc>
                <a:spcPct val="150000"/>
              </a:lnSpc>
              <a:spcBef>
                <a:spcPts val="0"/>
              </a:spcBef>
              <a:spcAft>
                <a:spcPts val="0"/>
              </a:spcAft>
              <a:buClr>
                <a:schemeClr val="dk1"/>
              </a:buClr>
              <a:buSzPts val="1100"/>
              <a:buFont typeface="Arial"/>
              <a:buNone/>
            </a:pPr>
            <a:r>
              <a:rPr b="1" lang="en-US" sz="1800">
                <a:solidFill>
                  <a:schemeClr val="dk1"/>
                </a:solidFill>
                <a:latin typeface="Arial"/>
                <a:ea typeface="Arial"/>
                <a:cs typeface="Arial"/>
                <a:sym typeface="Arial"/>
              </a:rPr>
              <a:t>Agricultural Researchers</a:t>
            </a:r>
            <a:r>
              <a:rPr lang="en-US" sz="1800">
                <a:solidFill>
                  <a:schemeClr val="dk1"/>
                </a:solidFill>
                <a:latin typeface="Arial"/>
                <a:ea typeface="Arial"/>
                <a:cs typeface="Arial"/>
                <a:sym typeface="Arial"/>
              </a:rPr>
              <a:t> – to study relationships between environmental factors and crop outcomes.</a:t>
            </a:r>
            <a:endParaRPr sz="1800">
              <a:solidFill>
                <a:schemeClr val="dk1"/>
              </a:solidFill>
              <a:latin typeface="Arial"/>
              <a:ea typeface="Arial"/>
              <a:cs typeface="Arial"/>
              <a:sym typeface="Arial"/>
            </a:endParaRPr>
          </a:p>
          <a:p>
            <a:pPr indent="-160020" lvl="0" marL="342900" rtl="0" algn="just">
              <a:lnSpc>
                <a:spcPct val="150000"/>
              </a:lnSpc>
              <a:spcBef>
                <a:spcPts val="0"/>
              </a:spcBef>
              <a:spcAft>
                <a:spcPts val="0"/>
              </a:spcAft>
              <a:buClr>
                <a:schemeClr val="dk1"/>
              </a:buClr>
              <a:buSzPts val="1100"/>
              <a:buFont typeface="Arial"/>
              <a:buNone/>
            </a:pPr>
            <a:r>
              <a:rPr b="1" lang="en-US" sz="1800">
                <a:solidFill>
                  <a:schemeClr val="dk1"/>
                </a:solidFill>
                <a:latin typeface="Arial"/>
                <a:ea typeface="Arial"/>
                <a:cs typeface="Arial"/>
                <a:sym typeface="Arial"/>
              </a:rPr>
              <a:t>Agribusiness &amp; Agricultural Planners</a:t>
            </a:r>
            <a:r>
              <a:rPr lang="en-US" sz="1800">
                <a:solidFill>
                  <a:schemeClr val="dk1"/>
                </a:solidFill>
                <a:latin typeface="Arial"/>
                <a:ea typeface="Arial"/>
                <a:cs typeface="Arial"/>
                <a:sym typeface="Arial"/>
              </a:rPr>
              <a:t> – to analyze production, costs, prices, and profitability.</a:t>
            </a:r>
            <a:endParaRPr sz="1800">
              <a:solidFill>
                <a:schemeClr val="dk1"/>
              </a:solidFill>
              <a:latin typeface="Arial"/>
              <a:ea typeface="Arial"/>
              <a:cs typeface="Arial"/>
              <a:sym typeface="Arial"/>
            </a:endParaRPr>
          </a:p>
          <a:p>
            <a:pPr indent="-160020" lvl="0" marL="342900" rtl="0" algn="just">
              <a:lnSpc>
                <a:spcPct val="150000"/>
              </a:lnSpc>
              <a:spcBef>
                <a:spcPts val="0"/>
              </a:spcBef>
              <a:spcAft>
                <a:spcPts val="0"/>
              </a:spcAft>
              <a:buClr>
                <a:schemeClr val="dk1"/>
              </a:buClr>
              <a:buSzPts val="1100"/>
              <a:buFont typeface="Arial"/>
              <a:buNone/>
            </a:pPr>
            <a:r>
              <a:rPr b="1" lang="en-US" sz="1800">
                <a:solidFill>
                  <a:schemeClr val="dk1"/>
                </a:solidFill>
                <a:latin typeface="Arial"/>
                <a:ea typeface="Arial"/>
                <a:cs typeface="Arial"/>
                <a:sym typeface="Arial"/>
              </a:rPr>
              <a:t>Resource Management Authorities</a:t>
            </a:r>
            <a:r>
              <a:rPr lang="en-US" sz="1800">
                <a:solidFill>
                  <a:schemeClr val="dk1"/>
                </a:solidFill>
                <a:latin typeface="Arial"/>
                <a:ea typeface="Arial"/>
                <a:cs typeface="Arial"/>
                <a:sym typeface="Arial"/>
              </a:rPr>
              <a:t> – to improve water, fertilizer, and pesticide utilization.</a:t>
            </a:r>
            <a:endParaRPr sz="1800">
              <a:solidFill>
                <a:schemeClr val="dk1"/>
              </a:solidFill>
              <a:latin typeface="Arial"/>
              <a:ea typeface="Arial"/>
              <a:cs typeface="Arial"/>
              <a:sym typeface="Arial"/>
            </a:endParaRPr>
          </a:p>
          <a:p>
            <a:pPr indent="-160020" lvl="0" marL="342900" rtl="0" algn="just">
              <a:lnSpc>
                <a:spcPct val="150000"/>
              </a:lnSpc>
              <a:spcBef>
                <a:spcPts val="0"/>
              </a:spcBef>
              <a:spcAft>
                <a:spcPts val="0"/>
              </a:spcAft>
              <a:buSzPts val="2880"/>
              <a:buNone/>
            </a:pPr>
            <a:r>
              <a:t/>
            </a:r>
            <a:endParaRPr sz="1800"/>
          </a:p>
        </p:txBody>
      </p:sp>
      <p:sp>
        <p:nvSpPr>
          <p:cNvPr id="222" name="Google Shape;222;p4"/>
          <p:cNvSpPr txBox="1"/>
          <p:nvPr>
            <p:ph type="title"/>
          </p:nvPr>
        </p:nvSpPr>
        <p:spPr>
          <a:xfrm>
            <a:off x="620008" y="876617"/>
            <a:ext cx="10046070" cy="80264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Font typeface="Trebuchet MS"/>
              <a:buNone/>
            </a:pPr>
            <a:r>
              <a:rPr lang="en-US" sz="3200"/>
              <a:t>WHO ARE THE END USERS?</a:t>
            </a:r>
            <a:endParaRPr sz="2000"/>
          </a:p>
        </p:txBody>
      </p:sp>
      <p:pic>
        <p:nvPicPr>
          <p:cNvPr id="223" name="Google Shape;223;p4"/>
          <p:cNvPicPr preferRelativeResize="0"/>
          <p:nvPr/>
        </p:nvPicPr>
        <p:blipFill rotWithShape="1">
          <a:blip r:embed="rId3">
            <a:alphaModFix/>
          </a:blip>
          <a:srcRect b="0" l="0" r="0" t="0"/>
          <a:stretch/>
        </p:blipFill>
        <p:spPr>
          <a:xfrm>
            <a:off x="721359" y="6176804"/>
            <a:ext cx="2181225" cy="485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22"/>
                                        </p:tgtEl>
                                        <p:attrNameLst>
                                          <p:attrName>style.visibility</p:attrName>
                                        </p:attrNameLst>
                                      </p:cBhvr>
                                      <p:to>
                                        <p:strVal val="visible"/>
                                      </p:to>
                                    </p:set>
                                    <p:anim calcmode="lin" valueType="num">
                                      <p:cBhvr additive="base">
                                        <p:cTn dur="500"/>
                                        <p:tgtEl>
                                          <p:spTgt spid="222"/>
                                        </p:tgtEl>
                                        <p:attrNameLst>
                                          <p:attrName>ppt_w</p:attrName>
                                        </p:attrNameLst>
                                      </p:cBhvr>
                                      <p:tavLst>
                                        <p:tav fmla="" tm="0">
                                          <p:val>
                                            <p:strVal val="0"/>
                                          </p:val>
                                        </p:tav>
                                        <p:tav fmla="" tm="100000">
                                          <p:val>
                                            <p:strVal val="#ppt_w"/>
                                          </p:val>
                                        </p:tav>
                                      </p:tavLst>
                                    </p:anim>
                                    <p:anim calcmode="lin" valueType="num">
                                      <p:cBhvr additive="base">
                                        <p:cTn dur="500"/>
                                        <p:tgtEl>
                                          <p:spTgt spid="22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0" st="0"/>
                                            </p:txEl>
                                          </p:spTgt>
                                        </p:tgtEl>
                                        <p:attrNameLst>
                                          <p:attrName>style.visibility</p:attrName>
                                        </p:attrNameLst>
                                      </p:cBhvr>
                                      <p:to>
                                        <p:strVal val="visible"/>
                                      </p:to>
                                    </p:set>
                                    <p:animEffect filter="fade" transition="in">
                                      <p:cBhvr>
                                        <p:cTn dur="1000"/>
                                        <p:tgtEl>
                                          <p:spTgt spid="2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1" st="1"/>
                                            </p:txEl>
                                          </p:spTgt>
                                        </p:tgtEl>
                                        <p:attrNameLst>
                                          <p:attrName>style.visibility</p:attrName>
                                        </p:attrNameLst>
                                      </p:cBhvr>
                                      <p:to>
                                        <p:strVal val="visible"/>
                                      </p:to>
                                    </p:set>
                                    <p:animEffect filter="fade" transition="in">
                                      <p:cBhvr>
                                        <p:cTn dur="1000"/>
                                        <p:tgtEl>
                                          <p:spTgt spid="2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2" st="2"/>
                                            </p:txEl>
                                          </p:spTgt>
                                        </p:tgtEl>
                                        <p:attrNameLst>
                                          <p:attrName>style.visibility</p:attrName>
                                        </p:attrNameLst>
                                      </p:cBhvr>
                                      <p:to>
                                        <p:strVal val="visible"/>
                                      </p:to>
                                    </p:set>
                                    <p:animEffect filter="fade" transition="in">
                                      <p:cBhvr>
                                        <p:cTn dur="1000"/>
                                        <p:tgtEl>
                                          <p:spTgt spid="22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3" st="3"/>
                                            </p:txEl>
                                          </p:spTgt>
                                        </p:tgtEl>
                                        <p:attrNameLst>
                                          <p:attrName>style.visibility</p:attrName>
                                        </p:attrNameLst>
                                      </p:cBhvr>
                                      <p:to>
                                        <p:strVal val="visible"/>
                                      </p:to>
                                    </p:set>
                                    <p:animEffect filter="fade" transition="in">
                                      <p:cBhvr>
                                        <p:cTn dur="1000"/>
                                        <p:tgtEl>
                                          <p:spTgt spid="22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4" st="4"/>
                                            </p:txEl>
                                          </p:spTgt>
                                        </p:tgtEl>
                                        <p:attrNameLst>
                                          <p:attrName>style.visibility</p:attrName>
                                        </p:attrNameLst>
                                      </p:cBhvr>
                                      <p:to>
                                        <p:strVal val="visible"/>
                                      </p:to>
                                    </p:set>
                                    <p:animEffect filter="fade" transition="in">
                                      <p:cBhvr>
                                        <p:cTn dur="1000"/>
                                        <p:tgtEl>
                                          <p:spTgt spid="22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5" st="5"/>
                                            </p:txEl>
                                          </p:spTgt>
                                        </p:tgtEl>
                                        <p:attrNameLst>
                                          <p:attrName>style.visibility</p:attrName>
                                        </p:attrNameLst>
                                      </p:cBhvr>
                                      <p:to>
                                        <p:strVal val="visible"/>
                                      </p:to>
                                    </p:set>
                                    <p:animEffect filter="fade" transition="in">
                                      <p:cBhvr>
                                        <p:cTn dur="1000"/>
                                        <p:tgtEl>
                                          <p:spTgt spid="221">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28" name="Shape 228"/>
        <p:cNvGrpSpPr/>
        <p:nvPr/>
      </p:nvGrpSpPr>
      <p:grpSpPr>
        <a:xfrm>
          <a:off x="0" y="0"/>
          <a:ext cx="0" cy="0"/>
          <a:chOff x="0" y="0"/>
          <a:chExt cx="0" cy="0"/>
        </a:xfrm>
      </p:grpSpPr>
      <p:pic>
        <p:nvPicPr>
          <p:cNvPr id="229" name="Google Shape;229;p5"/>
          <p:cNvPicPr preferRelativeResize="0"/>
          <p:nvPr/>
        </p:nvPicPr>
        <p:blipFill rotWithShape="1">
          <a:blip r:embed="rId3">
            <a:alphaModFix/>
          </a:blip>
          <a:srcRect b="0" l="0" r="0" t="0"/>
          <a:stretch/>
        </p:blipFill>
        <p:spPr>
          <a:xfrm>
            <a:off x="467359" y="6410461"/>
            <a:ext cx="3706253" cy="296092"/>
          </a:xfrm>
          <a:prstGeom prst="rect">
            <a:avLst/>
          </a:prstGeom>
          <a:noFill/>
          <a:ln>
            <a:noFill/>
          </a:ln>
        </p:spPr>
      </p:pic>
      <p:pic>
        <p:nvPicPr>
          <p:cNvPr id="230" name="Google Shape;230;p5"/>
          <p:cNvPicPr preferRelativeResize="0"/>
          <p:nvPr/>
        </p:nvPicPr>
        <p:blipFill rotWithShape="1">
          <a:blip r:embed="rId4">
            <a:alphaModFix/>
          </a:blip>
          <a:srcRect b="0" l="0" r="0" t="0"/>
          <a:stretch/>
        </p:blipFill>
        <p:spPr>
          <a:xfrm flipH="1">
            <a:off x="50800" y="3820160"/>
            <a:ext cx="1727200" cy="3010024"/>
          </a:xfrm>
          <a:prstGeom prst="rect">
            <a:avLst/>
          </a:prstGeom>
          <a:noFill/>
          <a:ln>
            <a:noFill/>
          </a:ln>
        </p:spPr>
      </p:pic>
      <p:sp>
        <p:nvSpPr>
          <p:cNvPr id="231" name="Google Shape;231;p5"/>
          <p:cNvSpPr txBox="1"/>
          <p:nvPr>
            <p:ph idx="1" type="body"/>
          </p:nvPr>
        </p:nvSpPr>
        <p:spPr>
          <a:xfrm>
            <a:off x="390618" y="1432560"/>
            <a:ext cx="9027702" cy="5243448"/>
          </a:xfrm>
          <a:prstGeom prst="rect">
            <a:avLst/>
          </a:prstGeom>
          <a:noFill/>
          <a:ln>
            <a:noFill/>
          </a:ln>
        </p:spPr>
        <p:txBody>
          <a:bodyPr anchorCtr="0" anchor="t" bIns="45700" lIns="91425" spcFirstLastPara="1" rIns="91425" wrap="square" tIns="45700">
            <a:noAutofit/>
          </a:bodyPr>
          <a:lstStyle/>
          <a:p>
            <a:pPr indent="-184150" lvl="0" marL="742950" rtl="0" algn="l">
              <a:spcBef>
                <a:spcPts val="0"/>
              </a:spcBef>
              <a:spcAft>
                <a:spcPts val="0"/>
              </a:spcAft>
              <a:buClr>
                <a:schemeClr val="dk1"/>
              </a:buClr>
              <a:buSzPts val="1100"/>
              <a:buFont typeface="Arial"/>
              <a:buNone/>
            </a:pPr>
            <a:r>
              <a:rPr b="1" lang="en-US" sz="2400">
                <a:solidFill>
                  <a:schemeClr val="dk1"/>
                </a:solidFill>
                <a:latin typeface="Arial"/>
                <a:ea typeface="Arial"/>
                <a:cs typeface="Arial"/>
                <a:sym typeface="Arial"/>
              </a:rPr>
              <a:t>Python</a:t>
            </a:r>
            <a:r>
              <a:rPr lang="en-US" sz="2400">
                <a:solidFill>
                  <a:schemeClr val="dk1"/>
                </a:solidFill>
                <a:latin typeface="Arial"/>
                <a:ea typeface="Arial"/>
                <a:cs typeface="Arial"/>
                <a:sym typeface="Arial"/>
              </a:rPr>
              <a:t> – Main programming language for data analysis</a:t>
            </a:r>
            <a:endParaRPr sz="2400">
              <a:solidFill>
                <a:schemeClr val="dk1"/>
              </a:solidFill>
              <a:latin typeface="Arial"/>
              <a:ea typeface="Arial"/>
              <a:cs typeface="Arial"/>
              <a:sym typeface="Arial"/>
            </a:endParaRPr>
          </a:p>
          <a:p>
            <a:pPr indent="-184150" lvl="0" marL="742950" rtl="0" algn="l">
              <a:spcBef>
                <a:spcPts val="0"/>
              </a:spcBef>
              <a:spcAft>
                <a:spcPts val="0"/>
              </a:spcAft>
              <a:buClr>
                <a:schemeClr val="dk1"/>
              </a:buClr>
              <a:buSzPts val="1100"/>
              <a:buFont typeface="Arial"/>
              <a:buNone/>
            </a:pPr>
            <a:r>
              <a:rPr b="1" lang="en-US" sz="2400">
                <a:solidFill>
                  <a:schemeClr val="dk1"/>
                </a:solidFill>
                <a:latin typeface="Arial"/>
                <a:ea typeface="Arial"/>
                <a:cs typeface="Arial"/>
                <a:sym typeface="Arial"/>
              </a:rPr>
              <a:t>Google Colab</a:t>
            </a:r>
            <a:r>
              <a:rPr lang="en-US" sz="2400">
                <a:solidFill>
                  <a:schemeClr val="dk1"/>
                </a:solidFill>
                <a:latin typeface="Arial"/>
                <a:ea typeface="Arial"/>
                <a:cs typeface="Arial"/>
                <a:sym typeface="Arial"/>
              </a:rPr>
              <a:t> – Development and execution environment</a:t>
            </a:r>
            <a:endParaRPr sz="2400">
              <a:solidFill>
                <a:schemeClr val="dk1"/>
              </a:solidFill>
              <a:latin typeface="Arial"/>
              <a:ea typeface="Arial"/>
              <a:cs typeface="Arial"/>
              <a:sym typeface="Arial"/>
            </a:endParaRPr>
          </a:p>
          <a:p>
            <a:pPr indent="-184150" lvl="0" marL="742950" rtl="0" algn="l">
              <a:spcBef>
                <a:spcPts val="0"/>
              </a:spcBef>
              <a:spcAft>
                <a:spcPts val="0"/>
              </a:spcAft>
              <a:buClr>
                <a:schemeClr val="dk1"/>
              </a:buClr>
              <a:buSzPts val="1100"/>
              <a:buFont typeface="Arial"/>
              <a:buNone/>
            </a:pPr>
            <a:r>
              <a:rPr b="1" lang="en-US" sz="2400">
                <a:solidFill>
                  <a:schemeClr val="dk1"/>
                </a:solidFill>
                <a:latin typeface="Arial"/>
                <a:ea typeface="Arial"/>
                <a:cs typeface="Arial"/>
                <a:sym typeface="Arial"/>
              </a:rPr>
              <a:t>Pandas &amp; NumPy</a:t>
            </a:r>
            <a:r>
              <a:rPr lang="en-US" sz="2400">
                <a:solidFill>
                  <a:schemeClr val="dk1"/>
                </a:solidFill>
                <a:latin typeface="Arial"/>
                <a:ea typeface="Arial"/>
                <a:cs typeface="Arial"/>
                <a:sym typeface="Arial"/>
              </a:rPr>
              <a:t> – Data cleaning and manipulation</a:t>
            </a:r>
            <a:endParaRPr sz="2400">
              <a:solidFill>
                <a:schemeClr val="dk1"/>
              </a:solidFill>
              <a:latin typeface="Arial"/>
              <a:ea typeface="Arial"/>
              <a:cs typeface="Arial"/>
              <a:sym typeface="Arial"/>
            </a:endParaRPr>
          </a:p>
          <a:p>
            <a:pPr indent="-184150" lvl="0" marL="742950" rtl="0" algn="l">
              <a:spcBef>
                <a:spcPts val="0"/>
              </a:spcBef>
              <a:spcAft>
                <a:spcPts val="0"/>
              </a:spcAft>
              <a:buClr>
                <a:schemeClr val="dk1"/>
              </a:buClr>
              <a:buSzPts val="1100"/>
              <a:buFont typeface="Arial"/>
              <a:buNone/>
            </a:pPr>
            <a:r>
              <a:rPr b="1" lang="en-US" sz="2400">
                <a:solidFill>
                  <a:schemeClr val="dk1"/>
                </a:solidFill>
                <a:latin typeface="Arial"/>
                <a:ea typeface="Arial"/>
                <a:cs typeface="Arial"/>
                <a:sym typeface="Arial"/>
              </a:rPr>
              <a:t>Matplotlib &amp; Seaborn</a:t>
            </a:r>
            <a:r>
              <a:rPr lang="en-US" sz="2400">
                <a:solidFill>
                  <a:schemeClr val="dk1"/>
                </a:solidFill>
                <a:latin typeface="Arial"/>
                <a:ea typeface="Arial"/>
                <a:cs typeface="Arial"/>
                <a:sym typeface="Arial"/>
              </a:rPr>
              <a:t> – Data visualization</a:t>
            </a:r>
            <a:endParaRPr sz="2400">
              <a:solidFill>
                <a:schemeClr val="dk1"/>
              </a:solidFill>
              <a:latin typeface="Arial"/>
              <a:ea typeface="Arial"/>
              <a:cs typeface="Arial"/>
              <a:sym typeface="Arial"/>
            </a:endParaRPr>
          </a:p>
          <a:p>
            <a:pPr indent="-184150" lvl="0" marL="742950" rtl="0" algn="l">
              <a:spcBef>
                <a:spcPts val="0"/>
              </a:spcBef>
              <a:spcAft>
                <a:spcPts val="0"/>
              </a:spcAft>
              <a:buClr>
                <a:schemeClr val="dk1"/>
              </a:buClr>
              <a:buSzPts val="1100"/>
              <a:buFont typeface="Arial"/>
              <a:buNone/>
            </a:pPr>
            <a:r>
              <a:rPr b="1" lang="en-US" sz="2400">
                <a:solidFill>
                  <a:schemeClr val="dk1"/>
                </a:solidFill>
                <a:latin typeface="Arial"/>
                <a:ea typeface="Arial"/>
                <a:cs typeface="Arial"/>
                <a:sym typeface="Arial"/>
              </a:rPr>
              <a:t>SciPy</a:t>
            </a:r>
            <a:r>
              <a:rPr lang="en-US" sz="2400">
                <a:solidFill>
                  <a:schemeClr val="dk1"/>
                </a:solidFill>
                <a:latin typeface="Arial"/>
                <a:ea typeface="Arial"/>
                <a:cs typeface="Arial"/>
                <a:sym typeface="Arial"/>
              </a:rPr>
              <a:t> – Statistical analysis and ANOVA</a:t>
            </a:r>
            <a:endParaRPr sz="2400">
              <a:solidFill>
                <a:schemeClr val="dk1"/>
              </a:solidFill>
              <a:latin typeface="Arial"/>
              <a:ea typeface="Arial"/>
              <a:cs typeface="Arial"/>
              <a:sym typeface="Arial"/>
            </a:endParaRPr>
          </a:p>
          <a:p>
            <a:pPr indent="-184150" lvl="0" marL="742950" rtl="0" algn="l">
              <a:spcBef>
                <a:spcPts val="0"/>
              </a:spcBef>
              <a:spcAft>
                <a:spcPts val="0"/>
              </a:spcAft>
              <a:buClr>
                <a:schemeClr val="dk1"/>
              </a:buClr>
              <a:buSzPts val="1100"/>
              <a:buFont typeface="Arial"/>
              <a:buNone/>
            </a:pPr>
            <a:r>
              <a:rPr b="1" lang="en-US" sz="2400">
                <a:solidFill>
                  <a:schemeClr val="dk1"/>
                </a:solidFill>
                <a:latin typeface="Arial"/>
                <a:ea typeface="Arial"/>
                <a:cs typeface="Arial"/>
                <a:sym typeface="Arial"/>
              </a:rPr>
              <a:t>Scikit-learn</a:t>
            </a:r>
            <a:r>
              <a:rPr lang="en-US" sz="2400">
                <a:solidFill>
                  <a:schemeClr val="dk1"/>
                </a:solidFill>
                <a:latin typeface="Arial"/>
                <a:ea typeface="Arial"/>
                <a:cs typeface="Arial"/>
                <a:sym typeface="Arial"/>
              </a:rPr>
              <a:t> – Machine learning and prediction</a:t>
            </a:r>
            <a:endParaRPr sz="2400">
              <a:solidFill>
                <a:schemeClr val="dk1"/>
              </a:solidFill>
              <a:latin typeface="Arial"/>
              <a:ea typeface="Arial"/>
              <a:cs typeface="Arial"/>
              <a:sym typeface="Arial"/>
            </a:endParaRPr>
          </a:p>
          <a:p>
            <a:pPr indent="-184150" lvl="0" marL="742950" rtl="0" algn="l">
              <a:spcBef>
                <a:spcPts val="0"/>
              </a:spcBef>
              <a:spcAft>
                <a:spcPts val="0"/>
              </a:spcAft>
              <a:buClr>
                <a:schemeClr val="dk1"/>
              </a:buClr>
              <a:buSzPts val="1100"/>
              <a:buFont typeface="Arial"/>
              <a:buNone/>
            </a:pPr>
            <a:r>
              <a:rPr b="1" lang="en-US" sz="2400">
                <a:solidFill>
                  <a:schemeClr val="dk1"/>
                </a:solidFill>
                <a:latin typeface="Arial"/>
                <a:ea typeface="Arial"/>
                <a:cs typeface="Arial"/>
                <a:sym typeface="Arial"/>
              </a:rPr>
              <a:t>Random Forest</a:t>
            </a:r>
            <a:r>
              <a:rPr lang="en-US" sz="2400">
                <a:solidFill>
                  <a:schemeClr val="dk1"/>
                </a:solidFill>
                <a:latin typeface="Arial"/>
                <a:ea typeface="Arial"/>
                <a:cs typeface="Arial"/>
                <a:sym typeface="Arial"/>
              </a:rPr>
              <a:t> – Crop yield prediction and feature importance</a:t>
            </a:r>
            <a:endParaRPr sz="2400">
              <a:solidFill>
                <a:schemeClr val="dk1"/>
              </a:solidFill>
              <a:latin typeface="Arial"/>
              <a:ea typeface="Arial"/>
              <a:cs typeface="Arial"/>
              <a:sym typeface="Arial"/>
            </a:endParaRPr>
          </a:p>
          <a:p>
            <a:pPr indent="-184150" lvl="0" marL="742950" rtl="0" algn="l">
              <a:spcBef>
                <a:spcPts val="0"/>
              </a:spcBef>
              <a:spcAft>
                <a:spcPts val="0"/>
              </a:spcAft>
              <a:buClr>
                <a:schemeClr val="dk1"/>
              </a:buClr>
              <a:buSzPts val="1100"/>
              <a:buFont typeface="Arial"/>
              <a:buNone/>
            </a:pPr>
            <a:r>
              <a:rPr b="1" lang="en-US" sz="2400">
                <a:solidFill>
                  <a:schemeClr val="dk1"/>
                </a:solidFill>
                <a:latin typeface="Arial"/>
                <a:ea typeface="Arial"/>
                <a:cs typeface="Arial"/>
                <a:sym typeface="Arial"/>
              </a:rPr>
              <a:t>Excel</a:t>
            </a:r>
            <a:r>
              <a:rPr lang="en-US" sz="2400">
                <a:solidFill>
                  <a:schemeClr val="dk1"/>
                </a:solidFill>
                <a:latin typeface="Arial"/>
                <a:ea typeface="Arial"/>
                <a:cs typeface="Arial"/>
                <a:sym typeface="Arial"/>
              </a:rPr>
              <a:t> – Exporting and presenting analysis results</a:t>
            </a:r>
            <a:endParaRPr sz="2400">
              <a:solidFill>
                <a:schemeClr val="dk1"/>
              </a:solidFill>
              <a:latin typeface="Arial"/>
              <a:ea typeface="Arial"/>
              <a:cs typeface="Arial"/>
              <a:sym typeface="Arial"/>
            </a:endParaRPr>
          </a:p>
          <a:p>
            <a:pPr indent="-184150" lvl="1" marL="742950" rtl="0" algn="l">
              <a:lnSpc>
                <a:spcPct val="150000"/>
              </a:lnSpc>
              <a:spcBef>
                <a:spcPts val="0"/>
              </a:spcBef>
              <a:spcAft>
                <a:spcPts val="0"/>
              </a:spcAft>
              <a:buSzPts val="1600"/>
              <a:buNone/>
            </a:pPr>
            <a:r>
              <a:t/>
            </a:r>
            <a:endParaRPr sz="2400"/>
          </a:p>
        </p:txBody>
      </p:sp>
      <p:sp>
        <p:nvSpPr>
          <p:cNvPr id="232" name="Google Shape;232;p5"/>
          <p:cNvSpPr txBox="1"/>
          <p:nvPr>
            <p:ph type="title"/>
          </p:nvPr>
        </p:nvSpPr>
        <p:spPr>
          <a:xfrm>
            <a:off x="660399" y="430567"/>
            <a:ext cx="5306291" cy="84781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Technology Used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2"/>
                                        </p:tgtEl>
                                        <p:attrNameLst>
                                          <p:attrName>style.visibility</p:attrName>
                                        </p:attrNameLst>
                                      </p:cBhvr>
                                      <p:to>
                                        <p:strVal val="visible"/>
                                      </p:to>
                                    </p:set>
                                    <p:anim calcmode="lin" valueType="num">
                                      <p:cBhvr additive="base">
                                        <p:cTn dur="500"/>
                                        <p:tgtEl>
                                          <p:spTgt spid="232"/>
                                        </p:tgtEl>
                                        <p:attrNameLst>
                                          <p:attrName>ppt_w</p:attrName>
                                        </p:attrNameLst>
                                      </p:cBhvr>
                                      <p:tavLst>
                                        <p:tav fmla="" tm="0">
                                          <p:val>
                                            <p:strVal val="0"/>
                                          </p:val>
                                        </p:tav>
                                        <p:tav fmla="" tm="100000">
                                          <p:val>
                                            <p:strVal val="#ppt_w"/>
                                          </p:val>
                                        </p:tav>
                                      </p:tavLst>
                                    </p:anim>
                                    <p:anim calcmode="lin" valueType="num">
                                      <p:cBhvr additive="base">
                                        <p:cTn dur="500"/>
                                        <p:tgtEl>
                                          <p:spTgt spid="23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0" st="0"/>
                                            </p:txEl>
                                          </p:spTgt>
                                        </p:tgtEl>
                                        <p:attrNameLst>
                                          <p:attrName>style.visibility</p:attrName>
                                        </p:attrNameLst>
                                      </p:cBhvr>
                                      <p:to>
                                        <p:strVal val="visible"/>
                                      </p:to>
                                    </p:set>
                                    <p:animEffect filter="fade" transition="in">
                                      <p:cBhvr>
                                        <p:cTn dur="1000"/>
                                        <p:tgtEl>
                                          <p:spTgt spid="2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1" st="1"/>
                                            </p:txEl>
                                          </p:spTgt>
                                        </p:tgtEl>
                                        <p:attrNameLst>
                                          <p:attrName>style.visibility</p:attrName>
                                        </p:attrNameLst>
                                      </p:cBhvr>
                                      <p:to>
                                        <p:strVal val="visible"/>
                                      </p:to>
                                    </p:set>
                                    <p:animEffect filter="fade" transition="in">
                                      <p:cBhvr>
                                        <p:cTn dur="1000"/>
                                        <p:tgtEl>
                                          <p:spTgt spid="2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2" st="2"/>
                                            </p:txEl>
                                          </p:spTgt>
                                        </p:tgtEl>
                                        <p:attrNameLst>
                                          <p:attrName>style.visibility</p:attrName>
                                        </p:attrNameLst>
                                      </p:cBhvr>
                                      <p:to>
                                        <p:strVal val="visible"/>
                                      </p:to>
                                    </p:set>
                                    <p:animEffect filter="fade" transition="in">
                                      <p:cBhvr>
                                        <p:cTn dur="1000"/>
                                        <p:tgtEl>
                                          <p:spTgt spid="23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3" st="3"/>
                                            </p:txEl>
                                          </p:spTgt>
                                        </p:tgtEl>
                                        <p:attrNameLst>
                                          <p:attrName>style.visibility</p:attrName>
                                        </p:attrNameLst>
                                      </p:cBhvr>
                                      <p:to>
                                        <p:strVal val="visible"/>
                                      </p:to>
                                    </p:set>
                                    <p:animEffect filter="fade" transition="in">
                                      <p:cBhvr>
                                        <p:cTn dur="1000"/>
                                        <p:tgtEl>
                                          <p:spTgt spid="23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4" st="4"/>
                                            </p:txEl>
                                          </p:spTgt>
                                        </p:tgtEl>
                                        <p:attrNameLst>
                                          <p:attrName>style.visibility</p:attrName>
                                        </p:attrNameLst>
                                      </p:cBhvr>
                                      <p:to>
                                        <p:strVal val="visible"/>
                                      </p:to>
                                    </p:set>
                                    <p:animEffect filter="fade" transition="in">
                                      <p:cBhvr>
                                        <p:cTn dur="1000"/>
                                        <p:tgtEl>
                                          <p:spTgt spid="23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5" st="5"/>
                                            </p:txEl>
                                          </p:spTgt>
                                        </p:tgtEl>
                                        <p:attrNameLst>
                                          <p:attrName>style.visibility</p:attrName>
                                        </p:attrNameLst>
                                      </p:cBhvr>
                                      <p:to>
                                        <p:strVal val="visible"/>
                                      </p:to>
                                    </p:set>
                                    <p:animEffect filter="fade" transition="in">
                                      <p:cBhvr>
                                        <p:cTn dur="1000"/>
                                        <p:tgtEl>
                                          <p:spTgt spid="23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6" st="6"/>
                                            </p:txEl>
                                          </p:spTgt>
                                        </p:tgtEl>
                                        <p:attrNameLst>
                                          <p:attrName>style.visibility</p:attrName>
                                        </p:attrNameLst>
                                      </p:cBhvr>
                                      <p:to>
                                        <p:strVal val="visible"/>
                                      </p:to>
                                    </p:set>
                                    <p:animEffect filter="fade" transition="in">
                                      <p:cBhvr>
                                        <p:cTn dur="1000"/>
                                        <p:tgtEl>
                                          <p:spTgt spid="23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7" st="7"/>
                                            </p:txEl>
                                          </p:spTgt>
                                        </p:tgtEl>
                                        <p:attrNameLst>
                                          <p:attrName>style.visibility</p:attrName>
                                        </p:attrNameLst>
                                      </p:cBhvr>
                                      <p:to>
                                        <p:strVal val="visible"/>
                                      </p:to>
                                    </p:set>
                                    <p:animEffect filter="fade" transition="in">
                                      <p:cBhvr>
                                        <p:cTn dur="1000"/>
                                        <p:tgtEl>
                                          <p:spTgt spid="23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8" st="8"/>
                                            </p:txEl>
                                          </p:spTgt>
                                        </p:tgtEl>
                                        <p:attrNameLst>
                                          <p:attrName>style.visibility</p:attrName>
                                        </p:attrNameLst>
                                      </p:cBhvr>
                                      <p:to>
                                        <p:strVal val="visible"/>
                                      </p:to>
                                    </p:set>
                                    <p:animEffect filter="fade" transition="in">
                                      <p:cBhvr>
                                        <p:cTn dur="1000"/>
                                        <p:tgtEl>
                                          <p:spTgt spid="231">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6"/>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38" name="Google Shape;238;p6"/>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39" name="Google Shape;239;p6"/>
          <p:cNvSpPr txBox="1"/>
          <p:nvPr/>
        </p:nvSpPr>
        <p:spPr>
          <a:xfrm>
            <a:off x="977598" y="1348350"/>
            <a:ext cx="6834900" cy="666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1600"/>
              <a:buFont typeface="Noto Sans Symbols"/>
              <a:buNone/>
            </a:pPr>
            <a:r>
              <a:rPr b="1" lang="en-US" sz="1300">
                <a:solidFill>
                  <a:schemeClr val="dk1"/>
                </a:solidFill>
              </a:rPr>
              <a:t>Average crop yield in different agricultural seasons</a:t>
            </a:r>
            <a:r>
              <a:rPr lang="en-US" sz="1300">
                <a:solidFill>
                  <a:schemeClr val="dk1"/>
                </a:solidFill>
              </a:rPr>
              <a:t>.</a:t>
            </a:r>
            <a:r>
              <a:rPr lang="en-US" sz="1100">
                <a:solidFill>
                  <a:schemeClr val="dk1"/>
                </a:solidFill>
              </a:rPr>
              <a:t> </a:t>
            </a:r>
            <a:endParaRPr sz="1100">
              <a:solidFill>
                <a:schemeClr val="dk1"/>
              </a:solidFill>
            </a:endParaRPr>
          </a:p>
          <a:p>
            <a:pPr indent="-298450" lvl="0" marL="457200" marR="0" rtl="0" algn="l">
              <a:spcBef>
                <a:spcPts val="0"/>
              </a:spcBef>
              <a:spcAft>
                <a:spcPts val="0"/>
              </a:spcAft>
              <a:buClr>
                <a:schemeClr val="dk1"/>
              </a:buClr>
              <a:buSzPts val="1100"/>
              <a:buChar char="●"/>
            </a:pPr>
            <a:r>
              <a:rPr b="1" lang="en-US" sz="1100">
                <a:solidFill>
                  <a:schemeClr val="dk1"/>
                </a:solidFill>
              </a:rPr>
              <a:t>Kharif season has the best average crop yield, followed by Rabi, while Zaid has the lowest yield.</a:t>
            </a:r>
            <a:r>
              <a:rPr lang="en-US" sz="1100">
                <a:solidFill>
                  <a:schemeClr val="dk1"/>
                </a:solidFill>
              </a:rPr>
              <a:t> This indicates that seasonal conditions may have an effect on agricultural productivity. </a:t>
            </a:r>
            <a:endParaRPr sz="1100">
              <a:solidFill>
                <a:schemeClr val="dk1"/>
              </a:solidFill>
            </a:endParaRPr>
          </a:p>
        </p:txBody>
      </p:sp>
      <p:pic>
        <p:nvPicPr>
          <p:cNvPr id="240" name="Google Shape;240;p6" title="Screenshot 2026-09-10 094717.png"/>
          <p:cNvPicPr preferRelativeResize="0"/>
          <p:nvPr/>
        </p:nvPicPr>
        <p:blipFill>
          <a:blip r:embed="rId4">
            <a:alphaModFix/>
          </a:blip>
          <a:stretch>
            <a:fillRect/>
          </a:stretch>
        </p:blipFill>
        <p:spPr>
          <a:xfrm>
            <a:off x="675952" y="2161125"/>
            <a:ext cx="5166724" cy="3512151"/>
          </a:xfrm>
          <a:prstGeom prst="rect">
            <a:avLst/>
          </a:prstGeom>
          <a:noFill/>
          <a:ln>
            <a:noFill/>
          </a:ln>
        </p:spPr>
      </p:pic>
      <p:sp>
        <p:nvSpPr>
          <p:cNvPr id="241" name="Google Shape;241;p6"/>
          <p:cNvSpPr txBox="1"/>
          <p:nvPr/>
        </p:nvSpPr>
        <p:spPr>
          <a:xfrm>
            <a:off x="3289175" y="2492725"/>
            <a:ext cx="8913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8"/>
                                        </p:tgtEl>
                                        <p:attrNameLst>
                                          <p:attrName>style.visibility</p:attrName>
                                        </p:attrNameLst>
                                      </p:cBhvr>
                                      <p:to>
                                        <p:strVal val="visible"/>
                                      </p:to>
                                    </p:set>
                                    <p:anim calcmode="lin" valueType="num">
                                      <p:cBhvr additive="base">
                                        <p:cTn dur="500"/>
                                        <p:tgtEl>
                                          <p:spTgt spid="238"/>
                                        </p:tgtEl>
                                        <p:attrNameLst>
                                          <p:attrName>ppt_w</p:attrName>
                                        </p:attrNameLst>
                                      </p:cBhvr>
                                      <p:tavLst>
                                        <p:tav fmla="" tm="0">
                                          <p:val>
                                            <p:strVal val="0"/>
                                          </p:val>
                                        </p:tav>
                                        <p:tav fmla="" tm="100000">
                                          <p:val>
                                            <p:strVal val="#ppt_w"/>
                                          </p:val>
                                        </p:tav>
                                      </p:tavLst>
                                    </p:anim>
                                    <p:anim calcmode="lin" valueType="num">
                                      <p:cBhvr additive="base">
                                        <p:cTn dur="500"/>
                                        <p:tgtEl>
                                          <p:spTgt spid="23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1000"/>
                                        <p:tgtEl>
                                          <p:spTgt spid="2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id="246" name="Google Shape;246;p7"/>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47" name="Google Shape;247;p7"/>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48" name="Google Shape;248;p7"/>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id="249" name="Google Shape;249;p7" title="Screenshot 2026-09-10 095200.png"/>
          <p:cNvPicPr preferRelativeResize="0"/>
          <p:nvPr/>
        </p:nvPicPr>
        <p:blipFill>
          <a:blip r:embed="rId4">
            <a:alphaModFix/>
          </a:blip>
          <a:stretch>
            <a:fillRect/>
          </a:stretch>
        </p:blipFill>
        <p:spPr>
          <a:xfrm>
            <a:off x="808602" y="2628900"/>
            <a:ext cx="4859276" cy="3067425"/>
          </a:xfrm>
          <a:prstGeom prst="rect">
            <a:avLst/>
          </a:prstGeom>
          <a:noFill/>
          <a:ln>
            <a:noFill/>
          </a:ln>
        </p:spPr>
      </p:pic>
      <p:sp>
        <p:nvSpPr>
          <p:cNvPr id="250" name="Google Shape;250;p7"/>
          <p:cNvSpPr txBox="1"/>
          <p:nvPr/>
        </p:nvSpPr>
        <p:spPr>
          <a:xfrm>
            <a:off x="808600" y="1388150"/>
            <a:ext cx="7204500" cy="138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rPr>
              <a:t>This bar chart compares the </a:t>
            </a:r>
            <a:r>
              <a:rPr b="1" lang="en-US" sz="1200">
                <a:solidFill>
                  <a:schemeClr val="dk1"/>
                </a:solidFill>
              </a:rPr>
              <a:t>Average Total Cost</a:t>
            </a:r>
            <a:r>
              <a:rPr lang="en-US" sz="1200">
                <a:solidFill>
                  <a:schemeClr val="dk1"/>
                </a:solidFill>
              </a:rPr>
              <a:t> (blue) and </a:t>
            </a:r>
            <a:r>
              <a:rPr b="1" lang="en-US" sz="1200">
                <a:solidFill>
                  <a:schemeClr val="dk1"/>
                </a:solidFill>
              </a:rPr>
              <a:t>Average Revenue</a:t>
            </a:r>
            <a:r>
              <a:rPr lang="en-US" sz="1200">
                <a:solidFill>
                  <a:schemeClr val="dk1"/>
                </a:solidFill>
              </a:rPr>
              <a:t> (orange) in Indian Rupees (INR) across the three farming seasons: </a:t>
            </a:r>
            <a:r>
              <a:rPr b="1" lang="en-US" sz="1200">
                <a:solidFill>
                  <a:schemeClr val="dk1"/>
                </a:solidFill>
              </a:rPr>
              <a:t>Kharif</a:t>
            </a:r>
            <a:r>
              <a:rPr lang="en-US" sz="1200">
                <a:solidFill>
                  <a:schemeClr val="dk1"/>
                </a:solidFill>
              </a:rPr>
              <a:t>, </a:t>
            </a:r>
            <a:r>
              <a:rPr b="1" lang="en-US" sz="1200">
                <a:solidFill>
                  <a:schemeClr val="dk1"/>
                </a:solidFill>
              </a:rPr>
              <a:t>Rabi</a:t>
            </a:r>
            <a:r>
              <a:rPr lang="en-US" sz="1200">
                <a:solidFill>
                  <a:schemeClr val="dk1"/>
                </a:solidFill>
              </a:rPr>
              <a:t>, and </a:t>
            </a:r>
            <a:r>
              <a:rPr b="1" lang="en-US" sz="1200">
                <a:solidFill>
                  <a:schemeClr val="dk1"/>
                </a:solidFill>
              </a:rPr>
              <a:t>Zaid</a:t>
            </a:r>
            <a:endParaRPr b="1" sz="1200">
              <a:solidFill>
                <a:schemeClr val="dk1"/>
              </a:solidFill>
            </a:endParaRPr>
          </a:p>
          <a:p>
            <a:pPr indent="-317500" lvl="0" marL="457200" rtl="0" algn="l">
              <a:spcBef>
                <a:spcPts val="0"/>
              </a:spcBef>
              <a:spcAft>
                <a:spcPts val="0"/>
              </a:spcAft>
              <a:buClr>
                <a:schemeClr val="dk1"/>
              </a:buClr>
              <a:buSzPts val="1400"/>
              <a:buChar char="●"/>
            </a:pPr>
            <a:r>
              <a:rPr lang="en-US" sz="1100">
                <a:solidFill>
                  <a:schemeClr val="dk1"/>
                </a:solidFill>
              </a:rPr>
              <a:t>Production costs remain relatively stable across all three seasons (~₹5.1L to ₹5.4L), but revenue varies sharply. Farmers generate the highest financial return during the </a:t>
            </a:r>
            <a:r>
              <a:rPr b="1" lang="en-US" sz="1100">
                <a:solidFill>
                  <a:schemeClr val="dk1"/>
                </a:solidFill>
              </a:rPr>
              <a:t>Kharif</a:t>
            </a:r>
            <a:r>
              <a:rPr lang="en-US" sz="1100">
                <a:solidFill>
                  <a:schemeClr val="dk1"/>
                </a:solidFill>
              </a:rPr>
              <a:t> season, while </a:t>
            </a:r>
            <a:r>
              <a:rPr b="1" lang="en-US" sz="1100">
                <a:solidFill>
                  <a:schemeClr val="dk1"/>
                </a:solidFill>
              </a:rPr>
              <a:t>Zaid</a:t>
            </a:r>
            <a:r>
              <a:rPr lang="en-US" sz="1100">
                <a:solidFill>
                  <a:schemeClr val="dk1"/>
                </a:solidFill>
              </a:rPr>
              <a:t> farming runs at a financial loss under current practices </a:t>
            </a:r>
            <a:r>
              <a:rPr lang="en-US" sz="1200">
                <a:solidFill>
                  <a:schemeClr val="dk1"/>
                </a:solidFill>
              </a:rPr>
              <a:t> </a:t>
            </a:r>
            <a:endParaRPr sz="12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7"/>
                                        </p:tgtEl>
                                        <p:attrNameLst>
                                          <p:attrName>style.visibility</p:attrName>
                                        </p:attrNameLst>
                                      </p:cBhvr>
                                      <p:to>
                                        <p:strVal val="visible"/>
                                      </p:to>
                                    </p:set>
                                    <p:anim calcmode="lin" valueType="num">
                                      <p:cBhvr additive="base">
                                        <p:cTn dur="500"/>
                                        <p:tgtEl>
                                          <p:spTgt spid="247"/>
                                        </p:tgtEl>
                                        <p:attrNameLst>
                                          <p:attrName>ppt_w</p:attrName>
                                        </p:attrNameLst>
                                      </p:cBhvr>
                                      <p:tavLst>
                                        <p:tav fmla="" tm="0">
                                          <p:val>
                                            <p:strVal val="0"/>
                                          </p:val>
                                        </p:tav>
                                        <p:tav fmla="" tm="100000">
                                          <p:val>
                                            <p:strVal val="#ppt_w"/>
                                          </p:val>
                                        </p:tav>
                                      </p:tavLst>
                                    </p:anim>
                                    <p:anim calcmode="lin" valueType="num">
                                      <p:cBhvr additive="base">
                                        <p:cTn dur="500"/>
                                        <p:tgtEl>
                                          <p:spTgt spid="24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1000"/>
                                        <p:tgtEl>
                                          <p:spTgt spid="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id="255" name="Google Shape;255;p8"/>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56" name="Google Shape;256;p8"/>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57" name="Google Shape;257;p8"/>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58" name="Google Shape;258;p8"/>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id="259" name="Google Shape;259;p8" title="Screenshot 2026-09-10 095858.png"/>
          <p:cNvPicPr preferRelativeResize="0"/>
          <p:nvPr/>
        </p:nvPicPr>
        <p:blipFill>
          <a:blip r:embed="rId4">
            <a:alphaModFix/>
          </a:blip>
          <a:stretch>
            <a:fillRect/>
          </a:stretch>
        </p:blipFill>
        <p:spPr>
          <a:xfrm>
            <a:off x="863325" y="2412863"/>
            <a:ext cx="7041549" cy="3293037"/>
          </a:xfrm>
          <a:prstGeom prst="rect">
            <a:avLst/>
          </a:prstGeom>
          <a:noFill/>
          <a:ln>
            <a:noFill/>
          </a:ln>
        </p:spPr>
      </p:pic>
      <p:sp>
        <p:nvSpPr>
          <p:cNvPr id="260" name="Google Shape;260;p8"/>
          <p:cNvSpPr txBox="1"/>
          <p:nvPr/>
        </p:nvSpPr>
        <p:spPr>
          <a:xfrm>
            <a:off x="863325" y="1151775"/>
            <a:ext cx="7459800" cy="135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rPr>
              <a:t>This table shows the </a:t>
            </a:r>
            <a:r>
              <a:rPr b="1" lang="en-US" sz="1200">
                <a:solidFill>
                  <a:schemeClr val="dk1"/>
                </a:solidFill>
              </a:rPr>
              <a:t>average resource consumption</a:t>
            </a:r>
            <a:r>
              <a:rPr lang="en-US" sz="1200">
                <a:solidFill>
                  <a:schemeClr val="dk1"/>
                </a:solidFill>
              </a:rPr>
              <a:t> per hectare across the three agricultural seasons (</a:t>
            </a:r>
            <a:r>
              <a:rPr b="1" lang="en-US" sz="1200">
                <a:solidFill>
                  <a:schemeClr val="dk1"/>
                </a:solidFill>
              </a:rPr>
              <a:t>Kharif</a:t>
            </a:r>
            <a:r>
              <a:rPr lang="en-US" sz="1200">
                <a:solidFill>
                  <a:schemeClr val="dk1"/>
                </a:solidFill>
              </a:rPr>
              <a:t>, </a:t>
            </a:r>
            <a:r>
              <a:rPr b="1" lang="en-US" sz="1200">
                <a:solidFill>
                  <a:schemeClr val="dk1"/>
                </a:solidFill>
              </a:rPr>
              <a:t>Rabi</a:t>
            </a:r>
            <a:r>
              <a:rPr lang="en-US" sz="1200">
                <a:solidFill>
                  <a:schemeClr val="dk1"/>
                </a:solidFill>
              </a:rPr>
              <a:t>, and </a:t>
            </a:r>
            <a:r>
              <a:rPr b="1" lang="en-US" sz="1200">
                <a:solidFill>
                  <a:schemeClr val="dk1"/>
                </a:solidFill>
              </a:rPr>
              <a:t>Zaid</a:t>
            </a:r>
            <a:r>
              <a:rPr lang="en-US" sz="1200">
                <a:solidFill>
                  <a:schemeClr val="dk1"/>
                </a:solidFill>
              </a:rPr>
              <a:t>)</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317500" lvl="0" marL="457200" rtl="0" algn="l">
              <a:spcBef>
                <a:spcPts val="0"/>
              </a:spcBef>
              <a:spcAft>
                <a:spcPts val="0"/>
              </a:spcAft>
              <a:buClr>
                <a:schemeClr val="dk1"/>
              </a:buClr>
              <a:buSzPts val="1400"/>
              <a:buChar char="●"/>
            </a:pPr>
            <a:r>
              <a:rPr lang="en-US" sz="1100">
                <a:solidFill>
                  <a:schemeClr val="dk1"/>
                </a:solidFill>
              </a:rPr>
              <a:t>While chemical inputs (fertilizer, pesticides, and NPK nutrients) are applied at nearly identical rates year-round, </a:t>
            </a:r>
            <a:r>
              <a:rPr b="1" lang="en-US" sz="1100">
                <a:solidFill>
                  <a:schemeClr val="dk1"/>
                </a:solidFill>
              </a:rPr>
              <a:t>water demand varies significantly by season</a:t>
            </a:r>
            <a:r>
              <a:rPr lang="en-US" sz="1100">
                <a:solidFill>
                  <a:schemeClr val="dk1"/>
                </a:solidFill>
              </a:rPr>
              <a:t>, peaking during the dry summer months of </a:t>
            </a:r>
            <a:r>
              <a:rPr b="1" lang="en-US" sz="1100">
                <a:solidFill>
                  <a:schemeClr val="dk1"/>
                </a:solidFill>
              </a:rPr>
              <a:t>Zaid</a:t>
            </a:r>
            <a:r>
              <a:rPr lang="en-US" sz="1100">
                <a:solidFill>
                  <a:schemeClr val="dk1"/>
                </a:solidFill>
              </a:rPr>
              <a:t> </a:t>
            </a:r>
            <a:r>
              <a:rPr lang="en-US" sz="1200">
                <a:solidFill>
                  <a:schemeClr val="dk1"/>
                </a:solidFill>
              </a:rPr>
              <a:t> </a:t>
            </a:r>
            <a:endParaRPr sz="19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6"/>
                                        </p:tgtEl>
                                        <p:attrNameLst>
                                          <p:attrName>style.visibility</p:attrName>
                                        </p:attrNameLst>
                                      </p:cBhvr>
                                      <p:to>
                                        <p:strVal val="visible"/>
                                      </p:to>
                                    </p:set>
                                    <p:anim calcmode="lin" valueType="num">
                                      <p:cBhvr additive="base">
                                        <p:cTn dur="500"/>
                                        <p:tgtEl>
                                          <p:spTgt spid="256"/>
                                        </p:tgtEl>
                                        <p:attrNameLst>
                                          <p:attrName>ppt_w</p:attrName>
                                        </p:attrNameLst>
                                      </p:cBhvr>
                                      <p:tavLst>
                                        <p:tav fmla="" tm="0">
                                          <p:val>
                                            <p:strVal val="0"/>
                                          </p:val>
                                        </p:tav>
                                        <p:tav fmla="" tm="100000">
                                          <p:val>
                                            <p:strVal val="#ppt_w"/>
                                          </p:val>
                                        </p:tav>
                                      </p:tavLst>
                                    </p:anim>
                                    <p:anim calcmode="lin" valueType="num">
                                      <p:cBhvr additive="base">
                                        <p:cTn dur="500"/>
                                        <p:tgtEl>
                                          <p:spTgt spid="25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1000"/>
                                        <p:tgtEl>
                                          <p:spTgt spid="2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1000"/>
                                        <p:tgtEl>
                                          <p:spTgt spid="2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id="265" name="Google Shape;265;p9"/>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66" name="Google Shape;266;p9"/>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67" name="Google Shape;267;p9"/>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68" name="Google Shape;268;p9"/>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id="269" name="Google Shape;269;p9" title="Screenshot 2026-09-10 100448.png"/>
          <p:cNvPicPr preferRelativeResize="0"/>
          <p:nvPr/>
        </p:nvPicPr>
        <p:blipFill>
          <a:blip r:embed="rId4">
            <a:alphaModFix/>
          </a:blip>
          <a:stretch>
            <a:fillRect/>
          </a:stretch>
        </p:blipFill>
        <p:spPr>
          <a:xfrm>
            <a:off x="1100452" y="2967900"/>
            <a:ext cx="5021399" cy="3242408"/>
          </a:xfrm>
          <a:prstGeom prst="rect">
            <a:avLst/>
          </a:prstGeom>
          <a:noFill/>
          <a:ln>
            <a:noFill/>
          </a:ln>
        </p:spPr>
      </p:pic>
      <p:sp>
        <p:nvSpPr>
          <p:cNvPr id="270" name="Google Shape;270;p9"/>
          <p:cNvSpPr txBox="1"/>
          <p:nvPr/>
        </p:nvSpPr>
        <p:spPr>
          <a:xfrm>
            <a:off x="1100450" y="1201575"/>
            <a:ext cx="6912600" cy="105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rPr>
              <a:t>This bar chart shows how many farms use each </a:t>
            </a:r>
            <a:r>
              <a:rPr b="1" lang="en-US" sz="1200">
                <a:solidFill>
                  <a:schemeClr val="dk1"/>
                </a:solidFill>
              </a:rPr>
              <a:t>Irrigation Method</a:t>
            </a:r>
            <a:r>
              <a:rPr lang="en-US" sz="1200">
                <a:solidFill>
                  <a:schemeClr val="dk1"/>
                </a:solidFill>
              </a:rPr>
              <a:t> (</a:t>
            </a:r>
            <a:r>
              <a:rPr b="1" lang="en-US" sz="1200">
                <a:solidFill>
                  <a:schemeClr val="dk1"/>
                </a:solidFill>
              </a:rPr>
              <a:t>Drip</a:t>
            </a:r>
            <a:r>
              <a:rPr lang="en-US" sz="1200">
                <a:solidFill>
                  <a:schemeClr val="dk1"/>
                </a:solidFill>
              </a:rPr>
              <a:t>, </a:t>
            </a:r>
            <a:r>
              <a:rPr b="1" lang="en-US" sz="1200">
                <a:solidFill>
                  <a:schemeClr val="dk1"/>
                </a:solidFill>
              </a:rPr>
              <a:t>Flood</a:t>
            </a:r>
            <a:r>
              <a:rPr lang="en-US" sz="1200">
                <a:solidFill>
                  <a:schemeClr val="dk1"/>
                </a:solidFill>
              </a:rPr>
              <a:t>, </a:t>
            </a:r>
            <a:r>
              <a:rPr b="1" lang="en-US" sz="1200">
                <a:solidFill>
                  <a:schemeClr val="dk1"/>
                </a:solidFill>
              </a:rPr>
              <a:t>Rainfed</a:t>
            </a:r>
            <a:r>
              <a:rPr lang="en-US" sz="1200">
                <a:solidFill>
                  <a:schemeClr val="dk1"/>
                </a:solidFill>
              </a:rPr>
              <a:t>, and </a:t>
            </a:r>
            <a:r>
              <a:rPr b="1" lang="en-US" sz="1200">
                <a:solidFill>
                  <a:schemeClr val="dk1"/>
                </a:solidFill>
              </a:rPr>
              <a:t>Sprinkler</a:t>
            </a:r>
            <a:r>
              <a:rPr lang="en-US" sz="1200">
                <a:solidFill>
                  <a:schemeClr val="dk1"/>
                </a:solidFill>
              </a:rPr>
              <a:t>) across the three agricultural seasons: </a:t>
            </a:r>
            <a:r>
              <a:rPr b="1" lang="en-US" sz="1200">
                <a:solidFill>
                  <a:schemeClr val="dk1"/>
                </a:solidFill>
              </a:rPr>
              <a:t>Kharif</a:t>
            </a:r>
            <a:r>
              <a:rPr lang="en-US" sz="1200">
                <a:solidFill>
                  <a:schemeClr val="dk1"/>
                </a:solidFill>
              </a:rPr>
              <a:t>, </a:t>
            </a:r>
            <a:r>
              <a:rPr b="1" lang="en-US" sz="1200">
                <a:solidFill>
                  <a:schemeClr val="dk1"/>
                </a:solidFill>
              </a:rPr>
              <a:t>Rabi</a:t>
            </a:r>
            <a:r>
              <a:rPr lang="en-US" sz="1200">
                <a:solidFill>
                  <a:schemeClr val="dk1"/>
                </a:solidFill>
              </a:rPr>
              <a:t>, and </a:t>
            </a:r>
            <a:r>
              <a:rPr b="1" lang="en-US" sz="1200">
                <a:solidFill>
                  <a:schemeClr val="dk1"/>
                </a:solidFill>
              </a:rPr>
              <a:t>Zaid</a:t>
            </a:r>
            <a:r>
              <a:rPr lang="en-US" sz="1200">
                <a:solidFill>
                  <a:schemeClr val="dk1"/>
                </a:solidFill>
              </a:rPr>
              <a:t> </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100">
                <a:solidFill>
                  <a:schemeClr val="dk1"/>
                </a:solidFill>
              </a:rPr>
              <a:t>Flood Irrigation is the Most Popular:</a:t>
            </a:r>
            <a:r>
              <a:rPr lang="en-US" sz="1100">
                <a:solidFill>
                  <a:schemeClr val="dk1"/>
                </a:solidFill>
              </a:rPr>
              <a:t> In every single season, </a:t>
            </a:r>
            <a:r>
              <a:rPr b="1" lang="en-US" sz="1100">
                <a:solidFill>
                  <a:schemeClr val="dk1"/>
                </a:solidFill>
              </a:rPr>
              <a:t>Flood irrigation</a:t>
            </a:r>
            <a:r>
              <a:rPr lang="en-US" sz="1100">
                <a:solidFill>
                  <a:schemeClr val="dk1"/>
                </a:solidFill>
              </a:rPr>
              <a:t> (orange bar) is the most widely used technique among farms.</a:t>
            </a:r>
            <a:endParaRPr sz="11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100">
                <a:solidFill>
                  <a:schemeClr val="dk1"/>
                </a:solidFill>
              </a:rPr>
              <a:t>Sprinkler Systems are the Least Used:</a:t>
            </a:r>
            <a:r>
              <a:rPr lang="en-US" sz="1100">
                <a:solidFill>
                  <a:schemeClr val="dk1"/>
                </a:solidFill>
              </a:rPr>
              <a:t> Across all seasons, </a:t>
            </a:r>
            <a:r>
              <a:rPr b="1" lang="en-US" sz="1100">
                <a:solidFill>
                  <a:schemeClr val="dk1"/>
                </a:solidFill>
              </a:rPr>
              <a:t>Sprinkler irrigation</a:t>
            </a:r>
            <a:r>
              <a:rPr lang="en-US" sz="1100">
                <a:solidFill>
                  <a:schemeClr val="dk1"/>
                </a:solidFill>
              </a:rPr>
              <a:t> (red bar) consistently has the lowest adoption rate.</a:t>
            </a:r>
            <a:endParaRPr sz="11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100">
                <a:solidFill>
                  <a:schemeClr val="dk1"/>
                </a:solidFill>
              </a:rPr>
              <a:t>Proportional Trends:</a:t>
            </a:r>
            <a:r>
              <a:rPr lang="en-US" sz="1100">
                <a:solidFill>
                  <a:schemeClr val="dk1"/>
                </a:solidFill>
              </a:rPr>
              <a:t> Although the total number of farming operations drops significantly in the </a:t>
            </a:r>
            <a:r>
              <a:rPr b="1" lang="en-US" sz="1100">
                <a:solidFill>
                  <a:schemeClr val="dk1"/>
                </a:solidFill>
              </a:rPr>
              <a:t>Zaid</a:t>
            </a:r>
            <a:r>
              <a:rPr lang="en-US" sz="1100">
                <a:solidFill>
                  <a:schemeClr val="dk1"/>
                </a:solidFill>
              </a:rPr>
              <a:t> season, the relative preference for each irrigation method stays roughly the same</a:t>
            </a:r>
            <a:endParaRPr sz="12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6"/>
                                        </p:tgtEl>
                                        <p:attrNameLst>
                                          <p:attrName>style.visibility</p:attrName>
                                        </p:attrNameLst>
                                      </p:cBhvr>
                                      <p:to>
                                        <p:strVal val="visible"/>
                                      </p:to>
                                    </p:set>
                                    <p:anim calcmode="lin" valueType="num">
                                      <p:cBhvr additive="base">
                                        <p:cTn dur="500"/>
                                        <p:tgtEl>
                                          <p:spTgt spid="266"/>
                                        </p:tgtEl>
                                        <p:attrNameLst>
                                          <p:attrName>ppt_w</p:attrName>
                                        </p:attrNameLst>
                                      </p:cBhvr>
                                      <p:tavLst>
                                        <p:tav fmla="" tm="0">
                                          <p:val>
                                            <p:strVal val="0"/>
                                          </p:val>
                                        </p:tav>
                                        <p:tav fmla="" tm="100000">
                                          <p:val>
                                            <p:strVal val="#ppt_w"/>
                                          </p:val>
                                        </p:tav>
                                      </p:tavLst>
                                    </p:anim>
                                    <p:anim calcmode="lin" valueType="num">
                                      <p:cBhvr additive="base">
                                        <p:cTn dur="500"/>
                                        <p:tgtEl>
                                          <p:spTgt spid="26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1000"/>
                                        <p:tgtEl>
                                          <p:spTgt spid="2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1000"/>
                                        <p:tgtEl>
                                          <p:spTgt spid="2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10"/>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76" name="Google Shape;276;p10"/>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77" name="Google Shape;277;p10"/>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78" name="Google Shape;278;p10"/>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id="279" name="Google Shape;279;p10" title="Screenshot 2026-09-10 100956.png"/>
          <p:cNvPicPr preferRelativeResize="0"/>
          <p:nvPr/>
        </p:nvPicPr>
        <p:blipFill rotWithShape="1">
          <a:blip r:embed="rId4">
            <a:alphaModFix/>
          </a:blip>
          <a:srcRect b="35252" l="8198" r="18740" t="18967"/>
          <a:stretch/>
        </p:blipFill>
        <p:spPr>
          <a:xfrm>
            <a:off x="1631950" y="2552700"/>
            <a:ext cx="5339726" cy="3048000"/>
          </a:xfrm>
          <a:prstGeom prst="rect">
            <a:avLst/>
          </a:prstGeom>
          <a:noFill/>
          <a:ln>
            <a:noFill/>
          </a:ln>
        </p:spPr>
      </p:pic>
      <p:sp>
        <p:nvSpPr>
          <p:cNvPr id="280" name="Google Shape;280;p10"/>
          <p:cNvSpPr txBox="1"/>
          <p:nvPr/>
        </p:nvSpPr>
        <p:spPr>
          <a:xfrm>
            <a:off x="814925" y="1201575"/>
            <a:ext cx="7604100" cy="102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300">
                <a:solidFill>
                  <a:srgbClr val="3F3F3F"/>
                </a:solidFill>
                <a:latin typeface="Trebuchet MS"/>
                <a:ea typeface="Trebuchet MS"/>
                <a:cs typeface="Trebuchet MS"/>
                <a:sym typeface="Trebuchet MS"/>
              </a:rPr>
              <a:t>This table summarizes the average performance metrics across different crops, including output yields, production volumes, revenues, costs, profits, and disease risks </a:t>
            </a:r>
            <a:endParaRPr b="1" sz="1300">
              <a:solidFill>
                <a:srgbClr val="3F3F3F"/>
              </a:solidFill>
              <a:latin typeface="Trebuchet MS"/>
              <a:ea typeface="Trebuchet MS"/>
              <a:cs typeface="Trebuchet MS"/>
              <a:sym typeface="Trebuchet MS"/>
            </a:endParaRPr>
          </a:p>
          <a:p>
            <a:pPr indent="-311150" lvl="0" marL="457200" rtl="0" algn="l">
              <a:spcBef>
                <a:spcPts val="0"/>
              </a:spcBef>
              <a:spcAft>
                <a:spcPts val="0"/>
              </a:spcAft>
              <a:buClr>
                <a:srgbClr val="3F3F3F"/>
              </a:buClr>
              <a:buSzPts val="1300"/>
              <a:buFont typeface="Trebuchet MS"/>
              <a:buChar char="●"/>
            </a:pPr>
            <a:r>
              <a:rPr lang="en-US" sz="1100">
                <a:solidFill>
                  <a:schemeClr val="dk1"/>
                </a:solidFill>
              </a:rPr>
              <a:t>Cash crops (</a:t>
            </a:r>
            <a:r>
              <a:rPr b="1" lang="en-US" sz="1100">
                <a:solidFill>
                  <a:schemeClr val="dk1"/>
                </a:solidFill>
              </a:rPr>
              <a:t>Sugarcane</a:t>
            </a:r>
            <a:r>
              <a:rPr lang="en-US" sz="1100">
                <a:solidFill>
                  <a:schemeClr val="dk1"/>
                </a:solidFill>
              </a:rPr>
              <a:t> and </a:t>
            </a:r>
            <a:r>
              <a:rPr b="1" lang="en-US" sz="1100">
                <a:solidFill>
                  <a:schemeClr val="dk1"/>
                </a:solidFill>
              </a:rPr>
              <a:t>Chilli</a:t>
            </a:r>
            <a:r>
              <a:rPr lang="en-US" sz="1100">
                <a:solidFill>
                  <a:schemeClr val="dk1"/>
                </a:solidFill>
              </a:rPr>
              <a:t>) drive high profitability due to superior market pricing. In contrast, staple food grains (</a:t>
            </a:r>
            <a:r>
              <a:rPr b="1" lang="en-US" sz="1100">
                <a:solidFill>
                  <a:schemeClr val="dk1"/>
                </a:solidFill>
              </a:rPr>
              <a:t>Wheat</a:t>
            </a:r>
            <a:r>
              <a:rPr lang="en-US" sz="1100">
                <a:solidFill>
                  <a:schemeClr val="dk1"/>
                </a:solidFill>
              </a:rPr>
              <a:t>, </a:t>
            </a:r>
            <a:r>
              <a:rPr b="1" lang="en-US" sz="1100">
                <a:solidFill>
                  <a:schemeClr val="dk1"/>
                </a:solidFill>
              </a:rPr>
              <a:t>Rice</a:t>
            </a:r>
            <a:r>
              <a:rPr lang="en-US" sz="1100">
                <a:solidFill>
                  <a:schemeClr val="dk1"/>
                </a:solidFill>
              </a:rPr>
              <a:t>, and </a:t>
            </a:r>
            <a:r>
              <a:rPr b="1" lang="en-US" sz="1100">
                <a:solidFill>
                  <a:schemeClr val="dk1"/>
                </a:solidFill>
              </a:rPr>
              <a:t>Maize</a:t>
            </a:r>
            <a:r>
              <a:rPr lang="en-US" sz="1100">
                <a:solidFill>
                  <a:schemeClr val="dk1"/>
                </a:solidFill>
              </a:rPr>
              <a:t>) incur similar production expenses but lower market revenue, resulting in average net losses </a:t>
            </a:r>
            <a:endParaRPr b="1" sz="13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6"/>
                                        </p:tgtEl>
                                        <p:attrNameLst>
                                          <p:attrName>style.visibility</p:attrName>
                                        </p:attrNameLst>
                                      </p:cBhvr>
                                      <p:to>
                                        <p:strVal val="visible"/>
                                      </p:to>
                                    </p:set>
                                    <p:anim calcmode="lin" valueType="num">
                                      <p:cBhvr additive="base">
                                        <p:cTn dur="500"/>
                                        <p:tgtEl>
                                          <p:spTgt spid="276"/>
                                        </p:tgtEl>
                                        <p:attrNameLst>
                                          <p:attrName>ppt_w</p:attrName>
                                        </p:attrNameLst>
                                      </p:cBhvr>
                                      <p:tavLst>
                                        <p:tav fmla="" tm="0">
                                          <p:val>
                                            <p:strVal val="0"/>
                                          </p:val>
                                        </p:tav>
                                        <p:tav fmla="" tm="100000">
                                          <p:val>
                                            <p:strVal val="#ppt_w"/>
                                          </p:val>
                                        </p:tav>
                                      </p:tavLst>
                                    </p:anim>
                                    <p:anim calcmode="lin" valueType="num">
                                      <p:cBhvr additive="base">
                                        <p:cTn dur="500"/>
                                        <p:tgtEl>
                                          <p:spTgt spid="27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1000"/>
                                        <p:tgtEl>
                                          <p:spTgt spid="2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1000"/>
                                        <p:tgtEl>
                                          <p:spTgt spid="2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id="285" name="Google Shape;285;p11"/>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86" name="Google Shape;286;p11"/>
          <p:cNvSpPr txBox="1"/>
          <p:nvPr>
            <p:ph type="title"/>
          </p:nvPr>
        </p:nvSpPr>
        <p:spPr>
          <a:xfrm>
            <a:off x="675957" y="370589"/>
            <a:ext cx="4735798"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000"/>
              <a:buFont typeface="Trebuchet MS"/>
              <a:buNone/>
            </a:pPr>
            <a:r>
              <a:rPr lang="en-US" sz="4000"/>
              <a:t>Future scope</a:t>
            </a:r>
            <a:endParaRPr/>
          </a:p>
        </p:txBody>
      </p:sp>
      <p:sp>
        <p:nvSpPr>
          <p:cNvPr id="287" name="Google Shape;287;p11"/>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88" name="Google Shape;288;p11"/>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89" name="Google Shape;289;p11"/>
          <p:cNvSpPr txBox="1"/>
          <p:nvPr/>
        </p:nvSpPr>
        <p:spPr>
          <a:xfrm>
            <a:off x="675950" y="1275375"/>
            <a:ext cx="8300400" cy="4753800"/>
          </a:xfrm>
          <a:prstGeom prst="rect">
            <a:avLst/>
          </a:prstGeom>
          <a:noFill/>
          <a:ln>
            <a:noFill/>
          </a:ln>
        </p:spPr>
        <p:txBody>
          <a:bodyPr anchorCtr="0" anchor="t" bIns="91425" lIns="91425" spcFirstLastPara="1" rIns="91425" wrap="square" tIns="91425">
            <a:noAutofit/>
          </a:bodyPr>
          <a:lstStyle/>
          <a:p>
            <a:pPr indent="-361950" lvl="0" marL="457200" rtl="0" algn="l">
              <a:spcBef>
                <a:spcPts val="0"/>
              </a:spcBef>
              <a:spcAft>
                <a:spcPts val="0"/>
              </a:spcAft>
              <a:buClr>
                <a:schemeClr val="dk1"/>
              </a:buClr>
              <a:buSzPts val="2100"/>
              <a:buChar char="●"/>
            </a:pPr>
            <a:r>
              <a:rPr b="1" lang="en-US" sz="2100">
                <a:solidFill>
                  <a:schemeClr val="dk1"/>
                </a:solidFill>
              </a:rPr>
              <a:t>Real-time agricultural monitoring</a:t>
            </a:r>
            <a:r>
              <a:rPr lang="en-US" sz="2100">
                <a:solidFill>
                  <a:schemeClr val="dk1"/>
                </a:solidFill>
              </a:rPr>
              <a:t> using live weather and soil data.</a:t>
            </a:r>
            <a:endParaRPr sz="2100">
              <a:solidFill>
                <a:schemeClr val="dk1"/>
              </a:solidFill>
            </a:endParaRPr>
          </a:p>
          <a:p>
            <a:pPr indent="-361950" lvl="0" marL="457200" rtl="0" algn="l">
              <a:spcBef>
                <a:spcPts val="0"/>
              </a:spcBef>
              <a:spcAft>
                <a:spcPts val="0"/>
              </a:spcAft>
              <a:buClr>
                <a:schemeClr val="dk1"/>
              </a:buClr>
              <a:buSzPts val="2100"/>
              <a:buChar char="●"/>
            </a:pPr>
            <a:r>
              <a:rPr b="1" lang="en-US" sz="2100">
                <a:solidFill>
                  <a:schemeClr val="dk1"/>
                </a:solidFill>
              </a:rPr>
              <a:t>Advanced AI/ML models</a:t>
            </a:r>
            <a:r>
              <a:rPr lang="en-US" sz="2100">
                <a:solidFill>
                  <a:schemeClr val="dk1"/>
                </a:solidFill>
              </a:rPr>
              <a:t> for more accurate crop yield prediction.</a:t>
            </a:r>
            <a:endParaRPr sz="2100">
              <a:solidFill>
                <a:schemeClr val="dk1"/>
              </a:solidFill>
            </a:endParaRPr>
          </a:p>
          <a:p>
            <a:pPr indent="-361950" lvl="0" marL="457200" rtl="0" algn="l">
              <a:spcBef>
                <a:spcPts val="0"/>
              </a:spcBef>
              <a:spcAft>
                <a:spcPts val="0"/>
              </a:spcAft>
              <a:buClr>
                <a:schemeClr val="dk1"/>
              </a:buClr>
              <a:buSzPts val="2100"/>
              <a:buChar char="●"/>
            </a:pPr>
            <a:r>
              <a:rPr b="1" lang="en-US" sz="2100">
                <a:solidFill>
                  <a:schemeClr val="dk1"/>
                </a:solidFill>
              </a:rPr>
              <a:t>Crop recommendation systems</a:t>
            </a:r>
            <a:r>
              <a:rPr lang="en-US" sz="2100">
                <a:solidFill>
                  <a:schemeClr val="dk1"/>
                </a:solidFill>
              </a:rPr>
              <a:t> based on season, soil, and climate conditions.</a:t>
            </a:r>
            <a:endParaRPr sz="2100">
              <a:solidFill>
                <a:schemeClr val="dk1"/>
              </a:solidFill>
            </a:endParaRPr>
          </a:p>
          <a:p>
            <a:pPr indent="-361950" lvl="0" marL="457200" rtl="0" algn="l">
              <a:spcBef>
                <a:spcPts val="0"/>
              </a:spcBef>
              <a:spcAft>
                <a:spcPts val="0"/>
              </a:spcAft>
              <a:buClr>
                <a:schemeClr val="dk1"/>
              </a:buClr>
              <a:buSzPts val="2100"/>
              <a:buChar char="●"/>
            </a:pPr>
            <a:r>
              <a:rPr b="1" lang="en-US" sz="2100">
                <a:solidFill>
                  <a:schemeClr val="dk1"/>
                </a:solidFill>
              </a:rPr>
              <a:t>Weather-based forecasting</a:t>
            </a:r>
            <a:r>
              <a:rPr lang="en-US" sz="2100">
                <a:solidFill>
                  <a:schemeClr val="dk1"/>
                </a:solidFill>
              </a:rPr>
              <a:t> to predict seasonal risks and crop performance.</a:t>
            </a:r>
            <a:endParaRPr sz="2100">
              <a:solidFill>
                <a:schemeClr val="dk1"/>
              </a:solidFill>
            </a:endParaRPr>
          </a:p>
          <a:p>
            <a:pPr indent="-361950" lvl="0" marL="457200" rtl="0" algn="l">
              <a:spcBef>
                <a:spcPts val="0"/>
              </a:spcBef>
              <a:spcAft>
                <a:spcPts val="0"/>
              </a:spcAft>
              <a:buClr>
                <a:schemeClr val="dk1"/>
              </a:buClr>
              <a:buSzPts val="2100"/>
              <a:buChar char="●"/>
            </a:pPr>
            <a:r>
              <a:rPr b="1" lang="en-US" sz="2100">
                <a:solidFill>
                  <a:schemeClr val="dk1"/>
                </a:solidFill>
              </a:rPr>
              <a:t>Smart irrigation optimization</a:t>
            </a:r>
            <a:r>
              <a:rPr lang="en-US" sz="2100">
                <a:solidFill>
                  <a:schemeClr val="dk1"/>
                </a:solidFill>
              </a:rPr>
              <a:t> to reduce water consumption.</a:t>
            </a:r>
            <a:endParaRPr sz="2100">
              <a:solidFill>
                <a:schemeClr val="dk1"/>
              </a:solidFill>
            </a:endParaRPr>
          </a:p>
          <a:p>
            <a:pPr indent="-361950" lvl="0" marL="457200" rtl="0" algn="l">
              <a:spcBef>
                <a:spcPts val="0"/>
              </a:spcBef>
              <a:spcAft>
                <a:spcPts val="0"/>
              </a:spcAft>
              <a:buClr>
                <a:schemeClr val="dk1"/>
              </a:buClr>
              <a:buSzPts val="2100"/>
              <a:buChar char="●"/>
            </a:pPr>
            <a:r>
              <a:rPr b="1" lang="en-US" sz="2100">
                <a:solidFill>
                  <a:schemeClr val="dk1"/>
                </a:solidFill>
              </a:rPr>
              <a:t>Early disease and pest detection</a:t>
            </a:r>
            <a:r>
              <a:rPr lang="en-US" sz="2100">
                <a:solidFill>
                  <a:schemeClr val="dk1"/>
                </a:solidFill>
              </a:rPr>
              <a:t> using machine learning and image analysis.</a:t>
            </a:r>
            <a:endParaRPr sz="2100">
              <a:solidFill>
                <a:schemeClr val="dk1"/>
              </a:solidFill>
            </a:endParaRPr>
          </a:p>
          <a:p>
            <a:pPr indent="-361950" lvl="0" marL="457200" rtl="0" algn="l">
              <a:spcBef>
                <a:spcPts val="0"/>
              </a:spcBef>
              <a:spcAft>
                <a:spcPts val="0"/>
              </a:spcAft>
              <a:buClr>
                <a:schemeClr val="dk1"/>
              </a:buClr>
              <a:buSzPts val="2100"/>
              <a:buChar char="●"/>
            </a:pPr>
            <a:r>
              <a:rPr b="1" lang="en-US" sz="2100">
                <a:solidFill>
                  <a:schemeClr val="dk1"/>
                </a:solidFill>
              </a:rPr>
              <a:t>Interactive dashboards</a:t>
            </a:r>
            <a:r>
              <a:rPr lang="en-US" sz="2100">
                <a:solidFill>
                  <a:schemeClr val="dk1"/>
                </a:solidFill>
              </a:rPr>
              <a:t> for farmers and agricultural authorities.</a:t>
            </a:r>
            <a:endParaRPr sz="2100">
              <a:solidFill>
                <a:schemeClr val="dk1"/>
              </a:solidFill>
            </a:endParaRPr>
          </a:p>
          <a:p>
            <a:pPr indent="-361950" lvl="0" marL="457200" rtl="0" algn="l">
              <a:spcBef>
                <a:spcPts val="0"/>
              </a:spcBef>
              <a:spcAft>
                <a:spcPts val="0"/>
              </a:spcAft>
              <a:buClr>
                <a:schemeClr val="dk1"/>
              </a:buClr>
              <a:buSzPts val="2100"/>
              <a:buChar char="●"/>
            </a:pPr>
            <a:r>
              <a:rPr b="1" lang="en-US" sz="2100">
                <a:solidFill>
                  <a:schemeClr val="dk1"/>
                </a:solidFill>
              </a:rPr>
              <a:t>Integration with IoT sensors</a:t>
            </a:r>
            <a:r>
              <a:rPr lang="en-US" sz="2100">
                <a:solidFill>
                  <a:schemeClr val="dk1"/>
                </a:solidFill>
              </a:rPr>
              <a:t> for real-time farm data collection</a:t>
            </a:r>
            <a:endParaRPr sz="2100">
              <a:solidFill>
                <a:schemeClr val="dk1"/>
              </a:solidFill>
            </a:endParaRPr>
          </a:p>
          <a:p>
            <a:pPr indent="0" lvl="0" marL="457200" rtl="0" algn="l">
              <a:spcBef>
                <a:spcPts val="0"/>
              </a:spcBef>
              <a:spcAft>
                <a:spcPts val="0"/>
              </a:spcAft>
              <a:buNone/>
            </a:pPr>
            <a:r>
              <a:t/>
            </a:r>
            <a:endParaRPr sz="21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6"/>
                                        </p:tgtEl>
                                        <p:attrNameLst>
                                          <p:attrName>style.visibility</p:attrName>
                                        </p:attrNameLst>
                                      </p:cBhvr>
                                      <p:to>
                                        <p:strVal val="visible"/>
                                      </p:to>
                                    </p:set>
                                    <p:anim calcmode="lin" valueType="num">
                                      <p:cBhvr additive="base">
                                        <p:cTn dur="500"/>
                                        <p:tgtEl>
                                          <p:spTgt spid="286"/>
                                        </p:tgtEl>
                                        <p:attrNameLst>
                                          <p:attrName>ppt_w</p:attrName>
                                        </p:attrNameLst>
                                      </p:cBhvr>
                                      <p:tavLst>
                                        <p:tav fmla="" tm="0">
                                          <p:val>
                                            <p:strVal val="0"/>
                                          </p:val>
                                        </p:tav>
                                        <p:tav fmla="" tm="100000">
                                          <p:val>
                                            <p:strVal val="#ppt_w"/>
                                          </p:val>
                                        </p:tav>
                                      </p:tavLst>
                                    </p:anim>
                                    <p:anim calcmode="lin" valueType="num">
                                      <p:cBhvr additive="base">
                                        <p:cTn dur="500"/>
                                        <p:tgtEl>
                                          <p:spTgt spid="28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1000"/>
                                        <p:tgtEl>
                                          <p:spTgt spid="2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1000"/>
                                        <p:tgtEl>
                                          <p:spTgt spid="2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pic>
        <p:nvPicPr>
          <p:cNvPr id="294" name="Google Shape;294;p12"/>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95" name="Google Shape;295;p12"/>
          <p:cNvSpPr txBox="1"/>
          <p:nvPr>
            <p:ph type="title"/>
          </p:nvPr>
        </p:nvSpPr>
        <p:spPr>
          <a:xfrm>
            <a:off x="675957" y="370589"/>
            <a:ext cx="4735798"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000"/>
              <a:buFont typeface="Trebuchet MS"/>
              <a:buNone/>
            </a:pPr>
            <a:r>
              <a:rPr lang="en-US" sz="4000"/>
              <a:t>GitHub Link</a:t>
            </a:r>
            <a:endParaRPr/>
          </a:p>
        </p:txBody>
      </p:sp>
      <p:sp>
        <p:nvSpPr>
          <p:cNvPr id="296" name="Google Shape;296;p12"/>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97" name="Google Shape;297;p12"/>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98" name="Google Shape;298;p12"/>
          <p:cNvSpPr txBox="1"/>
          <p:nvPr/>
        </p:nvSpPr>
        <p:spPr>
          <a:xfrm>
            <a:off x="729256" y="1440320"/>
            <a:ext cx="723287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https://github.com/AswiniKumar55/-Seasonal-Agriculture-Performance-Analysis-.git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95"/>
                                        </p:tgtEl>
                                        <p:attrNameLst>
                                          <p:attrName>style.visibility</p:attrName>
                                        </p:attrNameLst>
                                      </p:cBhvr>
                                      <p:to>
                                        <p:strVal val="visible"/>
                                      </p:to>
                                    </p:set>
                                    <p:anim calcmode="lin" valueType="num">
                                      <p:cBhvr additive="base">
                                        <p:cTn dur="500"/>
                                        <p:tgtEl>
                                          <p:spTgt spid="295"/>
                                        </p:tgtEl>
                                        <p:attrNameLst>
                                          <p:attrName>ppt_w</p:attrName>
                                        </p:attrNameLst>
                                      </p:cBhvr>
                                      <p:tavLst>
                                        <p:tav fmla="" tm="0">
                                          <p:val>
                                            <p:strVal val="0"/>
                                          </p:val>
                                        </p:tav>
                                        <p:tav fmla="" tm="100000">
                                          <p:val>
                                            <p:strVal val="#ppt_w"/>
                                          </p:val>
                                        </p:tav>
                                      </p:tavLst>
                                    </p:anim>
                                    <p:anim calcmode="lin" valueType="num">
                                      <p:cBhvr additive="base">
                                        <p:cTn dur="500"/>
                                        <p:tgtEl>
                                          <p:spTgt spid="29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1000"/>
                                        <p:tgtEl>
                                          <p:spTgt spid="2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1000"/>
                                        <p:tgtEl>
                                          <p:spTgt spid="2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pic>
        <p:nvPicPr>
          <p:cNvPr id="303" name="Google Shape;303;p13"/>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04" name="Google Shape;304;p13"/>
          <p:cNvSpPr txBox="1"/>
          <p:nvPr>
            <p:ph type="title"/>
          </p:nvPr>
        </p:nvSpPr>
        <p:spPr>
          <a:xfrm>
            <a:off x="675957" y="370589"/>
            <a:ext cx="8351388" cy="884658"/>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sz="3200"/>
              <a:t>VOIS Course completion certificate - </a:t>
            </a:r>
            <a:br>
              <a:rPr lang="en-US" sz="3200"/>
            </a:br>
            <a:r>
              <a:rPr lang="en-US" sz="3200"/>
              <a:t>Course name- Data Visualization </a:t>
            </a:r>
            <a:endParaRPr/>
          </a:p>
        </p:txBody>
      </p:sp>
      <p:sp>
        <p:nvSpPr>
          <p:cNvPr id="305" name="Google Shape;305;p13"/>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06" name="Google Shape;306;p13"/>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id="307" name="Google Shape;307;p13" title="Screenshot 2026-09-09 172223.png"/>
          <p:cNvPicPr preferRelativeResize="0"/>
          <p:nvPr/>
        </p:nvPicPr>
        <p:blipFill>
          <a:blip r:embed="rId4">
            <a:alphaModFix/>
          </a:blip>
          <a:stretch>
            <a:fillRect/>
          </a:stretch>
        </p:blipFill>
        <p:spPr>
          <a:xfrm>
            <a:off x="930407" y="1557712"/>
            <a:ext cx="6454231" cy="46117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04"/>
                                        </p:tgtEl>
                                        <p:attrNameLst>
                                          <p:attrName>style.visibility</p:attrName>
                                        </p:attrNameLst>
                                      </p:cBhvr>
                                      <p:to>
                                        <p:strVal val="visible"/>
                                      </p:to>
                                    </p:set>
                                    <p:anim calcmode="lin" valueType="num">
                                      <p:cBhvr additive="base">
                                        <p:cTn dur="500"/>
                                        <p:tgtEl>
                                          <p:spTgt spid="304"/>
                                        </p:tgtEl>
                                        <p:attrNameLst>
                                          <p:attrName>ppt_w</p:attrName>
                                        </p:attrNameLst>
                                      </p:cBhvr>
                                      <p:tavLst>
                                        <p:tav fmla="" tm="0">
                                          <p:val>
                                            <p:strVal val="0"/>
                                          </p:val>
                                        </p:tav>
                                        <p:tav fmla="" tm="100000">
                                          <p:val>
                                            <p:strVal val="#ppt_w"/>
                                          </p:val>
                                        </p:tav>
                                      </p:tavLst>
                                    </p:anim>
                                    <p:anim calcmode="lin" valueType="num">
                                      <p:cBhvr additive="base">
                                        <p:cTn dur="500"/>
                                        <p:tgtEl>
                                          <p:spTgt spid="30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1000"/>
                                        <p:tgtEl>
                                          <p:spTgt spid="3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1000"/>
                                        <p:tgtEl>
                                          <p:spTgt spid="3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14"/>
          <p:cNvSpPr txBox="1"/>
          <p:nvPr>
            <p:ph type="title"/>
          </p:nvPr>
        </p:nvSpPr>
        <p:spPr>
          <a:xfrm>
            <a:off x="432000" y="647700"/>
            <a:ext cx="11340000" cy="700114"/>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rebuchet MS"/>
              <a:buNone/>
            </a:pPr>
            <a:r>
              <a:rPr b="1" lang="en-US" sz="4800">
                <a:solidFill>
                  <a:schemeClr val="dk1"/>
                </a:solidFill>
              </a:rPr>
              <a:t>Thank you</a:t>
            </a:r>
            <a:endParaRPr/>
          </a:p>
        </p:txBody>
      </p:sp>
      <p:sp>
        <p:nvSpPr>
          <p:cNvPr id="313" name="Google Shape;313;p14"/>
          <p:cNvSpPr txBox="1"/>
          <p:nvPr>
            <p:ph idx="8" type="body"/>
          </p:nvPr>
        </p:nvSpPr>
        <p:spPr>
          <a:xfrm>
            <a:off x="3727865" y="4641925"/>
            <a:ext cx="2139695" cy="1108635"/>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1280"/>
              <a:buNone/>
            </a:pPr>
            <a:r>
              <a:rPr lang="en-US"/>
              <a:t>.</a:t>
            </a:r>
            <a:endParaRPr/>
          </a:p>
        </p:txBody>
      </p:sp>
      <p:sp>
        <p:nvSpPr>
          <p:cNvPr id="314" name="Google Shape;314;p14"/>
          <p:cNvSpPr txBox="1"/>
          <p:nvPr/>
        </p:nvSpPr>
        <p:spPr>
          <a:xfrm>
            <a:off x="878337" y="4134780"/>
            <a:ext cx="2596574" cy="453919"/>
          </a:xfrm>
          <a:prstGeom prst="rect">
            <a:avLst/>
          </a:prstGeom>
          <a:noFill/>
          <a:ln>
            <a:noFill/>
          </a:ln>
        </p:spPr>
        <p:txBody>
          <a:bodyPr anchorCtr="0" anchor="t" bIns="45700" lIns="91425" spcFirstLastPara="1" rIns="91425" wrap="square" tIns="45700">
            <a:normAutofit lnSpcReduction="10000"/>
          </a:bodyPr>
          <a:lstStyle/>
          <a:p>
            <a:pPr indent="0" lvl="0" marL="0" marR="0" rtl="0" algn="ctr">
              <a:spcBef>
                <a:spcPts val="0"/>
              </a:spcBef>
              <a:spcAft>
                <a:spcPts val="0"/>
              </a:spcAft>
              <a:buClr>
                <a:schemeClr val="accent1"/>
              </a:buClr>
              <a:buSzPts val="1920"/>
              <a:buFont typeface="Noto Sans Symbols"/>
              <a:buNone/>
            </a:pPr>
            <a:r>
              <a:t/>
            </a:r>
            <a:endParaRPr b="1" sz="2400">
              <a:solidFill>
                <a:schemeClr val="accent4"/>
              </a:solidFill>
              <a:latin typeface="Trebuchet MS"/>
              <a:ea typeface="Trebuchet MS"/>
              <a:cs typeface="Trebuchet MS"/>
              <a:sym typeface="Trebuchet MS"/>
            </a:endParaRPr>
          </a:p>
        </p:txBody>
      </p:sp>
      <p:sp>
        <p:nvSpPr>
          <p:cNvPr id="315" name="Google Shape;315;p14"/>
          <p:cNvSpPr txBox="1"/>
          <p:nvPr/>
        </p:nvSpPr>
        <p:spPr>
          <a:xfrm>
            <a:off x="5353508" y="3962573"/>
            <a:ext cx="2596574" cy="453919"/>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760"/>
              <a:buFont typeface="Noto Sans Symbols"/>
              <a:buNone/>
            </a:pPr>
            <a:r>
              <a:t/>
            </a:r>
            <a:endParaRPr b="1" sz="2200">
              <a:solidFill>
                <a:schemeClr val="accent4"/>
              </a:solidFill>
              <a:latin typeface="Trebuchet MS"/>
              <a:ea typeface="Trebuchet MS"/>
              <a:cs typeface="Trebuchet MS"/>
              <a:sym typeface="Trebuchet MS"/>
            </a:endParaRPr>
          </a:p>
        </p:txBody>
      </p:sp>
      <p:sp>
        <p:nvSpPr>
          <p:cNvPr id="316" name="Google Shape;316;p14"/>
          <p:cNvSpPr txBox="1"/>
          <p:nvPr/>
        </p:nvSpPr>
        <p:spPr>
          <a:xfrm>
            <a:off x="7789163" y="3962572"/>
            <a:ext cx="2596574" cy="453919"/>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760"/>
              <a:buFont typeface="Noto Sans Symbols"/>
              <a:buNone/>
            </a:pPr>
            <a:r>
              <a:t/>
            </a:r>
            <a:endParaRPr b="1" sz="2200">
              <a:solidFill>
                <a:schemeClr val="accent4"/>
              </a:solidFill>
              <a:latin typeface="Trebuchet MS"/>
              <a:ea typeface="Trebuchet MS"/>
              <a:cs typeface="Trebuchet MS"/>
              <a:sym typeface="Trebuchet MS"/>
            </a:endParaRPr>
          </a:p>
        </p:txBody>
      </p:sp>
      <p:sp>
        <p:nvSpPr>
          <p:cNvPr id="317" name="Google Shape;317;p14"/>
          <p:cNvSpPr txBox="1"/>
          <p:nvPr/>
        </p:nvSpPr>
        <p:spPr>
          <a:xfrm>
            <a:off x="6096000" y="4641925"/>
            <a:ext cx="2139695" cy="1108635"/>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280"/>
              <a:buFont typeface="Noto Sans Symbols"/>
              <a:buNone/>
            </a:pPr>
            <a:r>
              <a:t/>
            </a:r>
            <a:endParaRPr sz="1600">
              <a:solidFill>
                <a:schemeClr val="dk1"/>
              </a:solidFill>
              <a:latin typeface="Trebuchet MS"/>
              <a:ea typeface="Trebuchet MS"/>
              <a:cs typeface="Trebuchet MS"/>
              <a:sym typeface="Trebuchet MS"/>
            </a:endParaRPr>
          </a:p>
        </p:txBody>
      </p:sp>
      <p:sp>
        <p:nvSpPr>
          <p:cNvPr id="318" name="Google Shape;318;p14"/>
          <p:cNvSpPr txBox="1"/>
          <p:nvPr/>
        </p:nvSpPr>
        <p:spPr>
          <a:xfrm>
            <a:off x="8591363" y="4641925"/>
            <a:ext cx="2139695" cy="1108635"/>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280"/>
              <a:buFont typeface="Noto Sans Symbols"/>
              <a:buNone/>
            </a:pPr>
            <a:r>
              <a:rPr lang="en-US" sz="1600">
                <a:solidFill>
                  <a:schemeClr val="dk1"/>
                </a:solidFill>
                <a:latin typeface="Trebuchet MS"/>
                <a:ea typeface="Trebuchet MS"/>
                <a:cs typeface="Trebuchet MS"/>
                <a:sym typeface="Trebuchet MS"/>
              </a:rPr>
              <a:t>.</a:t>
            </a:r>
            <a:endParaRPr/>
          </a:p>
        </p:txBody>
      </p:sp>
      <p:pic>
        <p:nvPicPr>
          <p:cNvPr id="319" name="Google Shape;319;p14"/>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20" name="Google Shape;320;p14"/>
          <p:cNvSpPr txBox="1"/>
          <p:nvPr>
            <p:ph idx="7" type="body"/>
          </p:nvPr>
        </p:nvSpPr>
        <p:spPr>
          <a:xfrm>
            <a:off x="2975013" y="3962573"/>
            <a:ext cx="2139696" cy="344312"/>
          </a:xfrm>
          <a:prstGeom prst="rect">
            <a:avLst/>
          </a:prstGeom>
          <a:noFill/>
          <a:ln>
            <a:noFill/>
          </a:ln>
        </p:spPr>
        <p:txBody>
          <a:bodyPr anchorCtr="0" anchor="t" bIns="45700" lIns="91425" spcFirstLastPara="1" rIns="91425" wrap="square" tIns="45700">
            <a:normAutofit fontScale="92500" lnSpcReduction="20000"/>
          </a:bodyPr>
          <a:lstStyle/>
          <a:p>
            <a:pPr indent="0" lvl="0" marL="0" rtl="0" algn="ctr">
              <a:spcBef>
                <a:spcPts val="0"/>
              </a:spcBef>
              <a:spcAft>
                <a:spcPts val="0"/>
              </a:spcAft>
              <a:buSzPct val="8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12"/>
                                        </p:tgtEl>
                                        <p:attrNameLst>
                                          <p:attrName>style.visibility</p:attrName>
                                        </p:attrNameLst>
                                      </p:cBhvr>
                                      <p:to>
                                        <p:strVal val="visible"/>
                                      </p:to>
                                    </p:set>
                                    <p:anim calcmode="lin" valueType="num">
                                      <p:cBhvr additive="base">
                                        <p:cTn dur="500"/>
                                        <p:tgtEl>
                                          <p:spTgt spid="312"/>
                                        </p:tgtEl>
                                        <p:attrNameLst>
                                          <p:attrName>ppt_w</p:attrName>
                                        </p:attrNameLst>
                                      </p:cBhvr>
                                      <p:tavLst>
                                        <p:tav fmla="" tm="0">
                                          <p:val>
                                            <p:strVal val="0"/>
                                          </p:val>
                                        </p:tav>
                                        <p:tav fmla="" tm="100000">
                                          <p:val>
                                            <p:strVal val="#ppt_w"/>
                                          </p:val>
                                        </p:tav>
                                      </p:tavLst>
                                    </p:anim>
                                    <p:anim calcmode="lin" valueType="num">
                                      <p:cBhvr additive="base">
                                        <p:cTn dur="500"/>
                                        <p:tgtEl>
                                          <p:spTgt spid="31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500"/>
                                        <p:tgtEl>
                                          <p:spTgt spid="3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0" st="0"/>
                                            </p:txEl>
                                          </p:spTgt>
                                        </p:tgtEl>
                                        <p:attrNameLst>
                                          <p:attrName>style.visibility</p:attrName>
                                        </p:attrNameLst>
                                      </p:cBhvr>
                                      <p:to>
                                        <p:strVal val="visible"/>
                                      </p:to>
                                    </p:set>
                                    <p:animEffect filter="fade" transition="in">
                                      <p:cBhvr>
                                        <p:cTn dur="500"/>
                                        <p:tgtEl>
                                          <p:spTgt spid="3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500"/>
                                        <p:tgtEl>
                                          <p:spTgt spid="3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500"/>
                                        <p:tgtEl>
                                          <p:spTgt spid="3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500"/>
                                        <p:tgtEl>
                                          <p:spTgt spid="3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500"/>
                                        <p:tgtEl>
                                          <p:spTgt spid="3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2021-07-11T13:13:15Z</dcterms:created>
  <dc:creator>Venkataswamy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